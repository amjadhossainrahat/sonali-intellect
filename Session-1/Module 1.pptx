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  <p:sldMasterId id="214748369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DM Sans Medium"/>
      <p:regular r:id="rId20"/>
      <p:bold r:id="rId21"/>
      <p:italic r:id="rId22"/>
      <p:boldItalic r:id="rId23"/>
    </p:embeddedFont>
    <p:embeddedFont>
      <p:font typeface="Chakra Petch Medium"/>
      <p:regular r:id="rId24"/>
      <p:bold r:id="rId25"/>
      <p:italic r:id="rId26"/>
      <p:boldItalic r:id="rId27"/>
    </p:embeddedFont>
    <p:embeddedFont>
      <p:font typeface="Chakra Petch SemiBold"/>
      <p:regular r:id="rId28"/>
      <p:bold r:id="rId29"/>
      <p:italic r:id="rId30"/>
      <p:boldItalic r:id="rId31"/>
    </p:embeddedFont>
    <p:embeddedFont>
      <p:font typeface="Chakra Petch"/>
      <p:regular r:id="rId32"/>
      <p:bold r:id="rId33"/>
      <p:italic r:id="rId34"/>
      <p:boldItalic r:id="rId35"/>
    </p:embeddedFont>
    <p:embeddedFont>
      <p:font typeface="DM Sans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Medium-regular.fntdata"/><Relationship Id="rId22" Type="http://schemas.openxmlformats.org/officeDocument/2006/relationships/font" Target="fonts/DMSansMedium-italic.fntdata"/><Relationship Id="rId21" Type="http://schemas.openxmlformats.org/officeDocument/2006/relationships/font" Target="fonts/DMSansMedium-bold.fntdata"/><Relationship Id="rId24" Type="http://schemas.openxmlformats.org/officeDocument/2006/relationships/font" Target="fonts/ChakraPetchMedium-regular.fntdata"/><Relationship Id="rId23" Type="http://schemas.openxmlformats.org/officeDocument/2006/relationships/font" Target="fonts/DMSans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ChakraPetchMedium-italic.fntdata"/><Relationship Id="rId25" Type="http://schemas.openxmlformats.org/officeDocument/2006/relationships/font" Target="fonts/ChakraPetchMedium-bold.fntdata"/><Relationship Id="rId28" Type="http://schemas.openxmlformats.org/officeDocument/2006/relationships/font" Target="fonts/ChakraPetchSemiBold-regular.fntdata"/><Relationship Id="rId27" Type="http://schemas.openxmlformats.org/officeDocument/2006/relationships/font" Target="fonts/ChakraPetchMedium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ChakraPetchSemiBo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ChakraPetchSemiBold-boldItalic.fntdata"/><Relationship Id="rId30" Type="http://schemas.openxmlformats.org/officeDocument/2006/relationships/font" Target="fonts/ChakraPetchSemiBold-italic.fntdata"/><Relationship Id="rId11" Type="http://schemas.openxmlformats.org/officeDocument/2006/relationships/slide" Target="slides/slide5.xml"/><Relationship Id="rId33" Type="http://schemas.openxmlformats.org/officeDocument/2006/relationships/font" Target="fonts/ChakraPetch-bold.fntdata"/><Relationship Id="rId10" Type="http://schemas.openxmlformats.org/officeDocument/2006/relationships/slide" Target="slides/slide4.xml"/><Relationship Id="rId32" Type="http://schemas.openxmlformats.org/officeDocument/2006/relationships/font" Target="fonts/ChakraPetch-regular.fntdata"/><Relationship Id="rId13" Type="http://schemas.openxmlformats.org/officeDocument/2006/relationships/slide" Target="slides/slide7.xml"/><Relationship Id="rId35" Type="http://schemas.openxmlformats.org/officeDocument/2006/relationships/font" Target="fonts/ChakraPetch-boldItalic.fntdata"/><Relationship Id="rId12" Type="http://schemas.openxmlformats.org/officeDocument/2006/relationships/slide" Target="slides/slide6.xml"/><Relationship Id="rId34" Type="http://schemas.openxmlformats.org/officeDocument/2006/relationships/font" Target="fonts/ChakraPetch-italic.fntdata"/><Relationship Id="rId15" Type="http://schemas.openxmlformats.org/officeDocument/2006/relationships/slide" Target="slides/slide9.xml"/><Relationship Id="rId37" Type="http://schemas.openxmlformats.org/officeDocument/2006/relationships/font" Target="fonts/DMSans-bold.fntdata"/><Relationship Id="rId14" Type="http://schemas.openxmlformats.org/officeDocument/2006/relationships/slide" Target="slides/slide8.xml"/><Relationship Id="rId36" Type="http://schemas.openxmlformats.org/officeDocument/2006/relationships/font" Target="fonts/DMSans-regular.fntdata"/><Relationship Id="rId17" Type="http://schemas.openxmlformats.org/officeDocument/2006/relationships/slide" Target="slides/slide11.xml"/><Relationship Id="rId39" Type="http://schemas.openxmlformats.org/officeDocument/2006/relationships/font" Target="fonts/DMSans-boldItalic.fntdata"/><Relationship Id="rId16" Type="http://schemas.openxmlformats.org/officeDocument/2006/relationships/slide" Target="slides/slide10.xml"/><Relationship Id="rId38" Type="http://schemas.openxmlformats.org/officeDocument/2006/relationships/font" Target="fonts/DMSans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bd6cc897f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bd6cc897f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bd6cc897f7_0_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bd6cc897f7_0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bd6cc897f7_0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3bd6cc897f7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bd6cc897f7_0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bd6cc897f7_0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bd6cc897f7_0_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bd6cc897f7_0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bd6cc897f7_0_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3bd6cc897f7_0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bd6cc897f7_0_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bd6cc897f7_0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bd6cc897f7_0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bd6cc897f7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bd6cc897f7_0_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bd6cc897f7_0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bd6cc897f7_0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bd6cc897f7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bd6cc897f7_0_5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bd6cc897f7_0_5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bd6cc897f7_0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bd6cc897f7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bd6cc897f7_0_5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bd6cc897f7_0_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5" name="Google Shape;65;p1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6" name="Google Shape;66;p1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7350" lvl="0" marL="45720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indent="-387350" lvl="1" marL="9144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2pPr>
            <a:lvl3pPr indent="-387350" lvl="2" marL="13716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3pPr>
            <a:lvl4pPr indent="-387350" lvl="3" marL="182880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4pPr>
            <a:lvl5pPr indent="-387350" lvl="4" marL="22860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5pPr>
            <a:lvl6pPr indent="-387350" lvl="5" marL="27432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indent="-387350" lvl="6" marL="320040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indent="-387350" lvl="7" marL="36576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indent="-387350" lvl="8" marL="41148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slide" type="title">
  <p:cSld name="TITLE">
    <p:bg>
      <p:bgPr>
        <a:solidFill>
          <a:schemeClr val="l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/>
          <p:nvPr/>
        </p:nvSpPr>
        <p:spPr>
          <a:xfrm flipH="1">
            <a:off x="365550" y="363450"/>
            <a:ext cx="8412900" cy="4416600"/>
          </a:xfrm>
          <a:prstGeom prst="snip2DiagRect">
            <a:avLst>
              <a:gd fmla="val 0" name="adj1"/>
              <a:gd fmla="val 31816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0" name="Google Shape;70;p17"/>
          <p:cNvSpPr txBox="1"/>
          <p:nvPr>
            <p:ph type="ctrTitle"/>
          </p:nvPr>
        </p:nvSpPr>
        <p:spPr>
          <a:xfrm>
            <a:off x="1765375" y="363450"/>
            <a:ext cx="5614500" cy="33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0"/>
              <a:buFont typeface="Chakra Petch SemiBold"/>
              <a:buNone/>
              <a:defRPr sz="9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0"/>
              <a:buFont typeface="Chakra Petch SemiBold"/>
              <a:buNone/>
              <a:defRPr sz="9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0"/>
              <a:buFont typeface="Chakra Petch SemiBold"/>
              <a:buNone/>
              <a:defRPr sz="9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0"/>
              <a:buFont typeface="Chakra Petch SemiBold"/>
              <a:buNone/>
              <a:defRPr sz="9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0"/>
              <a:buFont typeface="Chakra Petch SemiBold"/>
              <a:buNone/>
              <a:defRPr sz="9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0"/>
              <a:buFont typeface="Chakra Petch SemiBold"/>
              <a:buNone/>
              <a:defRPr sz="9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0"/>
              <a:buFont typeface="Chakra Petch SemiBold"/>
              <a:buNone/>
              <a:defRPr sz="9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0"/>
              <a:buFont typeface="Chakra Petch SemiBold"/>
              <a:buNone/>
              <a:defRPr sz="9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0"/>
              <a:buFont typeface="Chakra Petch SemiBold"/>
              <a:buNone/>
              <a:defRPr sz="9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71" name="Google Shape;71;p17"/>
          <p:cNvSpPr txBox="1"/>
          <p:nvPr>
            <p:ph idx="1" type="subTitle"/>
          </p:nvPr>
        </p:nvSpPr>
        <p:spPr>
          <a:xfrm>
            <a:off x="1765375" y="4137750"/>
            <a:ext cx="5614500" cy="4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DM Sans Medium"/>
              <a:buNone/>
              <a:defRPr sz="3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DM Sans Medium"/>
              <a:buNone/>
              <a:defRPr sz="3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DM Sans Medium"/>
              <a:buNone/>
              <a:defRPr sz="3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DM Sans Medium"/>
              <a:buNone/>
              <a:defRPr sz="3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DM Sans Medium"/>
              <a:buNone/>
              <a:defRPr sz="3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DM Sans Medium"/>
              <a:buNone/>
              <a:defRPr sz="3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DM Sans Medium"/>
              <a:buNone/>
              <a:defRPr sz="3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DM Sans Medium"/>
              <a:buNone/>
              <a:defRPr sz="3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DM Sans Medium"/>
              <a:buNone/>
              <a:defRPr sz="3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72" name="Google Shape;72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with headers" type="secHead">
  <p:cSld name="SECTION_HEAD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5" name="Google Shape;75;p18"/>
          <p:cNvSpPr/>
          <p:nvPr/>
        </p:nvSpPr>
        <p:spPr>
          <a:xfrm>
            <a:off x="365550" y="363450"/>
            <a:ext cx="8412900" cy="4416600"/>
          </a:xfrm>
          <a:prstGeom prst="snip2DiagRect">
            <a:avLst>
              <a:gd fmla="val 0" name="adj1"/>
              <a:gd fmla="val 20836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6" name="Google Shape;76;p18"/>
          <p:cNvSpPr txBox="1"/>
          <p:nvPr>
            <p:ph type="title"/>
          </p:nvPr>
        </p:nvSpPr>
        <p:spPr>
          <a:xfrm>
            <a:off x="1127850" y="1691230"/>
            <a:ext cx="6885300" cy="81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7" name="Google Shape;77;p18"/>
          <p:cNvSpPr txBox="1"/>
          <p:nvPr>
            <p:ph idx="1" type="body"/>
          </p:nvPr>
        </p:nvSpPr>
        <p:spPr>
          <a:xfrm>
            <a:off x="1127850" y="2491658"/>
            <a:ext cx="6885300" cy="9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" name="Google Shape;78;p18"/>
          <p:cNvSpPr txBox="1"/>
          <p:nvPr>
            <p:ph idx="2" type="subTitle"/>
          </p:nvPr>
        </p:nvSpPr>
        <p:spPr>
          <a:xfrm>
            <a:off x="4417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79" name="Google Shape;79;p18"/>
          <p:cNvSpPr txBox="1"/>
          <p:nvPr>
            <p:ph idx="3" type="subTitle"/>
          </p:nvPr>
        </p:nvSpPr>
        <p:spPr>
          <a:xfrm>
            <a:off x="28372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80" name="Google Shape;80;p18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with headers" type="tx">
  <p:cSld name="TITLE_AND_BODY">
    <p:bg>
      <p:bgPr>
        <a:solidFill>
          <a:schemeClr val="dk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19"/>
          <p:cNvGrpSpPr/>
          <p:nvPr/>
        </p:nvGrpSpPr>
        <p:grpSpPr>
          <a:xfrm>
            <a:off x="0" y="0"/>
            <a:ext cx="9144000" cy="5130000"/>
            <a:chOff x="0" y="0"/>
            <a:chExt cx="9144000" cy="5130000"/>
          </a:xfrm>
        </p:grpSpPr>
        <p:sp>
          <p:nvSpPr>
            <p:cNvPr id="83" name="Google Shape;83;p19"/>
            <p:cNvSpPr/>
            <p:nvPr/>
          </p:nvSpPr>
          <p:spPr>
            <a:xfrm flipH="1">
              <a:off x="175600" y="250800"/>
              <a:ext cx="8603100" cy="4529400"/>
            </a:xfrm>
            <a:prstGeom prst="snip2DiagRect">
              <a:avLst>
                <a:gd fmla="val 0" name="adj1"/>
                <a:gd fmla="val 20836" name="adj2"/>
              </a:avLst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grpSp>
          <p:nvGrpSpPr>
            <p:cNvPr id="84" name="Google Shape;84;p19"/>
            <p:cNvGrpSpPr/>
            <p:nvPr/>
          </p:nvGrpSpPr>
          <p:grpSpPr>
            <a:xfrm>
              <a:off x="0" y="0"/>
              <a:ext cx="9144000" cy="5130000"/>
              <a:chOff x="0" y="0"/>
              <a:chExt cx="9144000" cy="5130000"/>
            </a:xfrm>
          </p:grpSpPr>
          <p:sp>
            <p:nvSpPr>
              <p:cNvPr id="85" name="Google Shape;85;p19"/>
              <p:cNvSpPr/>
              <p:nvPr/>
            </p:nvSpPr>
            <p:spPr>
              <a:xfrm>
                <a:off x="0" y="0"/>
                <a:ext cx="1425000" cy="1244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86" name="Google Shape;86;p19"/>
              <p:cNvSpPr/>
              <p:nvPr/>
            </p:nvSpPr>
            <p:spPr>
              <a:xfrm>
                <a:off x="0" y="0"/>
                <a:ext cx="9144000" cy="363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87" name="Google Shape;87;p19"/>
              <p:cNvSpPr/>
              <p:nvPr/>
            </p:nvSpPr>
            <p:spPr>
              <a:xfrm rot="5400000">
                <a:off x="-2383200" y="2383200"/>
                <a:ext cx="5130000" cy="363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</p:grpSp>
      <p:sp>
        <p:nvSpPr>
          <p:cNvPr id="88" name="Google Shape;88;p19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p19"/>
          <p:cNvSpPr txBox="1"/>
          <p:nvPr>
            <p:ph idx="1" type="subTitle"/>
          </p:nvPr>
        </p:nvSpPr>
        <p:spPr>
          <a:xfrm>
            <a:off x="4417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90" name="Google Shape;90;p19"/>
          <p:cNvSpPr txBox="1"/>
          <p:nvPr>
            <p:ph idx="2" type="subTitle"/>
          </p:nvPr>
        </p:nvSpPr>
        <p:spPr>
          <a:xfrm>
            <a:off x="28372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91" name="Google Shape;91;p19"/>
          <p:cNvSpPr txBox="1"/>
          <p:nvPr>
            <p:ph type="title"/>
          </p:nvPr>
        </p:nvSpPr>
        <p:spPr>
          <a:xfrm>
            <a:off x="232050" y="2112300"/>
            <a:ext cx="8321100" cy="265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estion Text Only" type="twoColTx">
  <p:cSld name="TITLE_AND_TWO_COLUMNS">
    <p:bg>
      <p:bgPr>
        <a:solidFill>
          <a:schemeClr val="lt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4" name="Google Shape;94;p20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5" name="Google Shape;95;p20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" name="Google Shape;96;p20"/>
          <p:cNvSpPr txBox="1"/>
          <p:nvPr>
            <p:ph idx="1" type="subTitle"/>
          </p:nvPr>
        </p:nvSpPr>
        <p:spPr>
          <a:xfrm>
            <a:off x="4417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97" name="Google Shape;97;p20"/>
          <p:cNvSpPr txBox="1"/>
          <p:nvPr>
            <p:ph idx="2" type="subTitle"/>
          </p:nvPr>
        </p:nvSpPr>
        <p:spPr>
          <a:xfrm>
            <a:off x="28372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98" name="Google Shape;98;p20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9" name="Google Shape;99;p20"/>
          <p:cNvSpPr txBox="1"/>
          <p:nvPr>
            <p:ph idx="3" type="body"/>
          </p:nvPr>
        </p:nvSpPr>
        <p:spPr>
          <a:xfrm>
            <a:off x="1022850" y="1693125"/>
            <a:ext cx="76443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00" name="Google Shape;100;p20"/>
          <p:cNvCxnSpPr/>
          <p:nvPr/>
        </p:nvCxnSpPr>
        <p:spPr>
          <a:xfrm>
            <a:off x="478850" y="2307175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" name="Google Shape;101;p20"/>
          <p:cNvCxnSpPr/>
          <p:nvPr/>
        </p:nvCxnSpPr>
        <p:spPr>
          <a:xfrm>
            <a:off x="476850" y="1693125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" name="Google Shape;102;p20"/>
          <p:cNvCxnSpPr/>
          <p:nvPr/>
        </p:nvCxnSpPr>
        <p:spPr>
          <a:xfrm>
            <a:off x="479100" y="2921234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" name="Google Shape;103;p20"/>
          <p:cNvCxnSpPr/>
          <p:nvPr/>
        </p:nvCxnSpPr>
        <p:spPr>
          <a:xfrm>
            <a:off x="479100" y="3535292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20"/>
          <p:cNvCxnSpPr/>
          <p:nvPr/>
        </p:nvCxnSpPr>
        <p:spPr>
          <a:xfrm>
            <a:off x="479100" y="4149350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" name="Google Shape;105;p20"/>
          <p:cNvSpPr txBox="1"/>
          <p:nvPr>
            <p:ph idx="4" type="body"/>
          </p:nvPr>
        </p:nvSpPr>
        <p:spPr>
          <a:xfrm>
            <a:off x="1022850" y="2307163"/>
            <a:ext cx="76443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6" name="Google Shape;106;p20"/>
          <p:cNvSpPr txBox="1"/>
          <p:nvPr>
            <p:ph idx="5" type="body"/>
          </p:nvPr>
        </p:nvSpPr>
        <p:spPr>
          <a:xfrm>
            <a:off x="1022850" y="2921225"/>
            <a:ext cx="76443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7" name="Google Shape;107;p20"/>
          <p:cNvSpPr txBox="1"/>
          <p:nvPr>
            <p:ph idx="6" type="body"/>
          </p:nvPr>
        </p:nvSpPr>
        <p:spPr>
          <a:xfrm>
            <a:off x="1022850" y="3535325"/>
            <a:ext cx="76443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8" name="Google Shape;108;p20"/>
          <p:cNvSpPr txBox="1"/>
          <p:nvPr>
            <p:ph idx="7" type="body"/>
          </p:nvPr>
        </p:nvSpPr>
        <p:spPr>
          <a:xfrm>
            <a:off x="1022850" y="4149450"/>
            <a:ext cx="76443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nswer Text Only" type="titleOnly">
  <p:cSld name="TITLE_ONLY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111" name="Google Shape;111;p21"/>
          <p:cNvCxnSpPr/>
          <p:nvPr/>
        </p:nvCxnSpPr>
        <p:spPr>
          <a:xfrm>
            <a:off x="476850" y="2306550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" name="Google Shape;112;p21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3" name="Google Shape;113;p21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4" name="Google Shape;114;p21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9pPr>
          </a:lstStyle>
          <a:p/>
        </p:txBody>
      </p:sp>
      <p:sp>
        <p:nvSpPr>
          <p:cNvPr id="115" name="Google Shape;115;p21"/>
          <p:cNvSpPr txBox="1"/>
          <p:nvPr>
            <p:ph idx="1" type="subTitle"/>
          </p:nvPr>
        </p:nvSpPr>
        <p:spPr>
          <a:xfrm>
            <a:off x="4417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116" name="Google Shape;116;p21"/>
          <p:cNvSpPr txBox="1"/>
          <p:nvPr>
            <p:ph idx="2" type="subTitle"/>
          </p:nvPr>
        </p:nvSpPr>
        <p:spPr>
          <a:xfrm>
            <a:off x="28372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3" type="body"/>
          </p:nvPr>
        </p:nvSpPr>
        <p:spPr>
          <a:xfrm>
            <a:off x="478875" y="2398656"/>
            <a:ext cx="8190300" cy="4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118" name="Google Shape;118;p21"/>
          <p:cNvSpPr txBox="1"/>
          <p:nvPr>
            <p:ph idx="4" type="subTitle"/>
          </p:nvPr>
        </p:nvSpPr>
        <p:spPr>
          <a:xfrm>
            <a:off x="478863" y="1785900"/>
            <a:ext cx="21672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estion Text + 1 Image">
  <p:cSld name="TITLE_AND_TWO_COLUMNS_1"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1" name="Google Shape;121;p22"/>
          <p:cNvSpPr/>
          <p:nvPr>
            <p:ph idx="2" type="pic"/>
          </p:nvPr>
        </p:nvSpPr>
        <p:spPr>
          <a:xfrm rot="10800000">
            <a:off x="474125" y="1837225"/>
            <a:ext cx="2661000" cy="28347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2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3" name="Google Shape;123;p22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2"/>
          <p:cNvSpPr txBox="1"/>
          <p:nvPr>
            <p:ph idx="1" type="subTitle"/>
          </p:nvPr>
        </p:nvSpPr>
        <p:spPr>
          <a:xfrm>
            <a:off x="4417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125" name="Google Shape;125;p22"/>
          <p:cNvSpPr txBox="1"/>
          <p:nvPr>
            <p:ph idx="3" type="subTitle"/>
          </p:nvPr>
        </p:nvSpPr>
        <p:spPr>
          <a:xfrm>
            <a:off x="28372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126" name="Google Shape;126;p22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27" name="Google Shape;127;p22"/>
          <p:cNvCxnSpPr/>
          <p:nvPr/>
        </p:nvCxnSpPr>
        <p:spPr>
          <a:xfrm>
            <a:off x="476850" y="1693125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" name="Google Shape;128;p22"/>
          <p:cNvCxnSpPr/>
          <p:nvPr/>
        </p:nvCxnSpPr>
        <p:spPr>
          <a:xfrm>
            <a:off x="3239550" y="2306550"/>
            <a:ext cx="54276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" name="Google Shape;129;p22"/>
          <p:cNvCxnSpPr/>
          <p:nvPr/>
        </p:nvCxnSpPr>
        <p:spPr>
          <a:xfrm>
            <a:off x="3239550" y="2919833"/>
            <a:ext cx="54276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" name="Google Shape;130;p22"/>
          <p:cNvCxnSpPr/>
          <p:nvPr/>
        </p:nvCxnSpPr>
        <p:spPr>
          <a:xfrm>
            <a:off x="3239550" y="3533117"/>
            <a:ext cx="54276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" name="Google Shape;131;p22"/>
          <p:cNvCxnSpPr/>
          <p:nvPr/>
        </p:nvCxnSpPr>
        <p:spPr>
          <a:xfrm>
            <a:off x="3239550" y="4146400"/>
            <a:ext cx="54276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" name="Google Shape;132;p22"/>
          <p:cNvSpPr txBox="1"/>
          <p:nvPr>
            <p:ph idx="4" type="body"/>
          </p:nvPr>
        </p:nvSpPr>
        <p:spPr>
          <a:xfrm>
            <a:off x="3600750" y="1693125"/>
            <a:ext cx="5066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3" name="Google Shape;133;p22"/>
          <p:cNvSpPr txBox="1"/>
          <p:nvPr>
            <p:ph idx="5" type="body"/>
          </p:nvPr>
        </p:nvSpPr>
        <p:spPr>
          <a:xfrm>
            <a:off x="3600750" y="2307163"/>
            <a:ext cx="5066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4" name="Google Shape;134;p22"/>
          <p:cNvSpPr txBox="1"/>
          <p:nvPr>
            <p:ph idx="6" type="body"/>
          </p:nvPr>
        </p:nvSpPr>
        <p:spPr>
          <a:xfrm>
            <a:off x="3600750" y="2921225"/>
            <a:ext cx="5066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5" name="Google Shape;135;p22"/>
          <p:cNvSpPr txBox="1"/>
          <p:nvPr>
            <p:ph idx="7" type="body"/>
          </p:nvPr>
        </p:nvSpPr>
        <p:spPr>
          <a:xfrm>
            <a:off x="3600750" y="3535325"/>
            <a:ext cx="5066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6" name="Google Shape;136;p22"/>
          <p:cNvSpPr txBox="1"/>
          <p:nvPr>
            <p:ph idx="8" type="body"/>
          </p:nvPr>
        </p:nvSpPr>
        <p:spPr>
          <a:xfrm>
            <a:off x="3600750" y="4149450"/>
            <a:ext cx="5066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nswer Text + 1 Image">
  <p:cSld name="TITLE_ONLY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9" name="Google Shape;139;p23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0" name="Google Shape;140;p23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23"/>
          <p:cNvSpPr txBox="1"/>
          <p:nvPr>
            <p:ph idx="1" type="subTitle"/>
          </p:nvPr>
        </p:nvSpPr>
        <p:spPr>
          <a:xfrm>
            <a:off x="4417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142" name="Google Shape;142;p23"/>
          <p:cNvSpPr txBox="1"/>
          <p:nvPr>
            <p:ph idx="2" type="subTitle"/>
          </p:nvPr>
        </p:nvSpPr>
        <p:spPr>
          <a:xfrm>
            <a:off x="28372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143" name="Google Shape;143;p23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9pPr>
          </a:lstStyle>
          <a:p/>
        </p:txBody>
      </p:sp>
      <p:cxnSp>
        <p:nvCxnSpPr>
          <p:cNvPr id="144" name="Google Shape;144;p23"/>
          <p:cNvCxnSpPr/>
          <p:nvPr/>
        </p:nvCxnSpPr>
        <p:spPr>
          <a:xfrm>
            <a:off x="476850" y="1693125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" name="Google Shape;145;p23"/>
          <p:cNvCxnSpPr/>
          <p:nvPr/>
        </p:nvCxnSpPr>
        <p:spPr>
          <a:xfrm>
            <a:off x="4695450" y="2306550"/>
            <a:ext cx="39717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" name="Google Shape;146;p23"/>
          <p:cNvSpPr/>
          <p:nvPr>
            <p:ph idx="3" type="pic"/>
          </p:nvPr>
        </p:nvSpPr>
        <p:spPr>
          <a:xfrm rot="10800000">
            <a:off x="474125" y="1837225"/>
            <a:ext cx="2661000" cy="28347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47" name="Google Shape;147;p23"/>
          <p:cNvCxnSpPr/>
          <p:nvPr/>
        </p:nvCxnSpPr>
        <p:spPr>
          <a:xfrm>
            <a:off x="3239550" y="2306550"/>
            <a:ext cx="54276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" name="Google Shape;148;p23"/>
          <p:cNvSpPr txBox="1"/>
          <p:nvPr>
            <p:ph idx="4" type="body"/>
          </p:nvPr>
        </p:nvSpPr>
        <p:spPr>
          <a:xfrm>
            <a:off x="3242173" y="2398650"/>
            <a:ext cx="5427600" cy="4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149" name="Google Shape;149;p23"/>
          <p:cNvSpPr txBox="1"/>
          <p:nvPr>
            <p:ph idx="5" type="subTitle"/>
          </p:nvPr>
        </p:nvSpPr>
        <p:spPr>
          <a:xfrm>
            <a:off x="3242158" y="1785900"/>
            <a:ext cx="21672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estion Text + 2 Images">
  <p:cSld name="TITLE_AND_TWO_COLUMNS_1_1"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2" name="Google Shape;152;p24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3" name="Google Shape;153;p24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4" name="Google Shape;154;p24"/>
          <p:cNvSpPr txBox="1"/>
          <p:nvPr>
            <p:ph idx="1" type="subTitle"/>
          </p:nvPr>
        </p:nvSpPr>
        <p:spPr>
          <a:xfrm>
            <a:off x="4417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155" name="Google Shape;155;p24"/>
          <p:cNvSpPr txBox="1"/>
          <p:nvPr>
            <p:ph idx="2" type="subTitle"/>
          </p:nvPr>
        </p:nvSpPr>
        <p:spPr>
          <a:xfrm>
            <a:off x="28372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156" name="Google Shape;156;p24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57" name="Google Shape;157;p24"/>
          <p:cNvCxnSpPr/>
          <p:nvPr/>
        </p:nvCxnSpPr>
        <p:spPr>
          <a:xfrm>
            <a:off x="476850" y="1693125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p24"/>
          <p:cNvSpPr/>
          <p:nvPr>
            <p:ph idx="3" type="pic"/>
          </p:nvPr>
        </p:nvSpPr>
        <p:spPr>
          <a:xfrm>
            <a:off x="474225" y="1837225"/>
            <a:ext cx="26610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159" name="Google Shape;159;p24"/>
          <p:cNvSpPr/>
          <p:nvPr>
            <p:ph idx="4" type="pic"/>
          </p:nvPr>
        </p:nvSpPr>
        <p:spPr>
          <a:xfrm>
            <a:off x="474225" y="3300325"/>
            <a:ext cx="2661000" cy="13716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60" name="Google Shape;160;p24"/>
          <p:cNvCxnSpPr/>
          <p:nvPr/>
        </p:nvCxnSpPr>
        <p:spPr>
          <a:xfrm>
            <a:off x="3239550" y="2306550"/>
            <a:ext cx="54276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" name="Google Shape;161;p24"/>
          <p:cNvCxnSpPr/>
          <p:nvPr/>
        </p:nvCxnSpPr>
        <p:spPr>
          <a:xfrm>
            <a:off x="3239550" y="2919833"/>
            <a:ext cx="54276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" name="Google Shape;162;p24"/>
          <p:cNvCxnSpPr/>
          <p:nvPr/>
        </p:nvCxnSpPr>
        <p:spPr>
          <a:xfrm>
            <a:off x="3239550" y="3533117"/>
            <a:ext cx="54276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" name="Google Shape;163;p24"/>
          <p:cNvCxnSpPr/>
          <p:nvPr/>
        </p:nvCxnSpPr>
        <p:spPr>
          <a:xfrm>
            <a:off x="3239550" y="4146400"/>
            <a:ext cx="54276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" name="Google Shape;164;p24"/>
          <p:cNvSpPr txBox="1"/>
          <p:nvPr>
            <p:ph idx="5" type="body"/>
          </p:nvPr>
        </p:nvSpPr>
        <p:spPr>
          <a:xfrm>
            <a:off x="3600750" y="1693125"/>
            <a:ext cx="5066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5" name="Google Shape;165;p24"/>
          <p:cNvSpPr txBox="1"/>
          <p:nvPr>
            <p:ph idx="6" type="body"/>
          </p:nvPr>
        </p:nvSpPr>
        <p:spPr>
          <a:xfrm>
            <a:off x="3600750" y="2307163"/>
            <a:ext cx="5066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6" name="Google Shape;166;p24"/>
          <p:cNvSpPr txBox="1"/>
          <p:nvPr>
            <p:ph idx="7" type="body"/>
          </p:nvPr>
        </p:nvSpPr>
        <p:spPr>
          <a:xfrm>
            <a:off x="3600750" y="2921225"/>
            <a:ext cx="5066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7" name="Google Shape;167;p24"/>
          <p:cNvSpPr txBox="1"/>
          <p:nvPr>
            <p:ph idx="8" type="body"/>
          </p:nvPr>
        </p:nvSpPr>
        <p:spPr>
          <a:xfrm>
            <a:off x="3600750" y="3535325"/>
            <a:ext cx="5066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8" name="Google Shape;168;p24"/>
          <p:cNvSpPr txBox="1"/>
          <p:nvPr>
            <p:ph idx="9" type="body"/>
          </p:nvPr>
        </p:nvSpPr>
        <p:spPr>
          <a:xfrm>
            <a:off x="3600750" y="4149450"/>
            <a:ext cx="5066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nswer Text + 2 Images">
  <p:cSld name="TITLE_ONLY_1_1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1" name="Google Shape;171;p25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2" name="Google Shape;172;p25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3" name="Google Shape;173;p25"/>
          <p:cNvSpPr txBox="1"/>
          <p:nvPr>
            <p:ph idx="1" type="subTitle"/>
          </p:nvPr>
        </p:nvSpPr>
        <p:spPr>
          <a:xfrm>
            <a:off x="4417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174" name="Google Shape;174;p25"/>
          <p:cNvSpPr txBox="1"/>
          <p:nvPr>
            <p:ph idx="2" type="subTitle"/>
          </p:nvPr>
        </p:nvSpPr>
        <p:spPr>
          <a:xfrm>
            <a:off x="28372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Chakra Petch SemiBold"/>
              <a:buNone/>
              <a:defRPr sz="10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175" name="Google Shape;175;p25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9pPr>
          </a:lstStyle>
          <a:p/>
        </p:txBody>
      </p:sp>
      <p:cxnSp>
        <p:nvCxnSpPr>
          <p:cNvPr id="176" name="Google Shape;176;p25"/>
          <p:cNvCxnSpPr/>
          <p:nvPr/>
        </p:nvCxnSpPr>
        <p:spPr>
          <a:xfrm>
            <a:off x="476850" y="1693125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" name="Google Shape;177;p25"/>
          <p:cNvSpPr/>
          <p:nvPr>
            <p:ph idx="3" type="pic"/>
          </p:nvPr>
        </p:nvSpPr>
        <p:spPr>
          <a:xfrm>
            <a:off x="474225" y="1837225"/>
            <a:ext cx="26610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25"/>
          <p:cNvSpPr/>
          <p:nvPr>
            <p:ph idx="4" type="pic"/>
          </p:nvPr>
        </p:nvSpPr>
        <p:spPr>
          <a:xfrm>
            <a:off x="474225" y="3300325"/>
            <a:ext cx="2661000" cy="13716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79" name="Google Shape;179;p25"/>
          <p:cNvCxnSpPr/>
          <p:nvPr/>
        </p:nvCxnSpPr>
        <p:spPr>
          <a:xfrm>
            <a:off x="4695450" y="2306550"/>
            <a:ext cx="39717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" name="Google Shape;180;p25"/>
          <p:cNvCxnSpPr/>
          <p:nvPr/>
        </p:nvCxnSpPr>
        <p:spPr>
          <a:xfrm>
            <a:off x="3239550" y="2306550"/>
            <a:ext cx="54276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25"/>
          <p:cNvSpPr txBox="1"/>
          <p:nvPr>
            <p:ph idx="5" type="body"/>
          </p:nvPr>
        </p:nvSpPr>
        <p:spPr>
          <a:xfrm>
            <a:off x="3242173" y="2398650"/>
            <a:ext cx="5427600" cy="4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182" name="Google Shape;182;p25"/>
          <p:cNvSpPr txBox="1"/>
          <p:nvPr>
            <p:ph idx="6" type="subTitle"/>
          </p:nvPr>
        </p:nvSpPr>
        <p:spPr>
          <a:xfrm>
            <a:off x="3242158" y="1785900"/>
            <a:ext cx="21672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body text">
  <p:cSld name="ONE_COLUMN_TEXT">
    <p:bg>
      <p:bgPr>
        <a:solidFill>
          <a:schemeClr val="lt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6"/>
          <p:cNvSpPr/>
          <p:nvPr/>
        </p:nvSpPr>
        <p:spPr>
          <a:xfrm>
            <a:off x="365550" y="363450"/>
            <a:ext cx="8412900" cy="4416600"/>
          </a:xfrm>
          <a:prstGeom prst="snip2DiagRect">
            <a:avLst>
              <a:gd fmla="val 0" name="adj1"/>
              <a:gd fmla="val 20836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5" name="Google Shape;185;p26"/>
          <p:cNvSpPr txBox="1"/>
          <p:nvPr>
            <p:ph idx="1" type="subTitle"/>
          </p:nvPr>
        </p:nvSpPr>
        <p:spPr>
          <a:xfrm>
            <a:off x="4417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186" name="Google Shape;186;p26"/>
          <p:cNvSpPr txBox="1"/>
          <p:nvPr>
            <p:ph idx="2" type="subTitle"/>
          </p:nvPr>
        </p:nvSpPr>
        <p:spPr>
          <a:xfrm>
            <a:off x="28372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187" name="Google Shape;187;p26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8" name="Google Shape;188;p26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9" name="Google Shape;189;p26"/>
          <p:cNvSpPr txBox="1"/>
          <p:nvPr>
            <p:ph idx="3" type="body"/>
          </p:nvPr>
        </p:nvSpPr>
        <p:spPr>
          <a:xfrm>
            <a:off x="365625" y="794977"/>
            <a:ext cx="8412600" cy="13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546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Char char="●"/>
              <a:defRPr sz="5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indent="-546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Char char="○"/>
              <a:defRPr sz="5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2pPr>
            <a:lvl3pPr indent="-546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Char char="■"/>
              <a:defRPr sz="5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3pPr>
            <a:lvl4pPr indent="-546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Char char="●"/>
              <a:defRPr sz="5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4pPr>
            <a:lvl5pPr indent="-546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Char char="○"/>
              <a:defRPr sz="5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5pPr>
            <a:lvl6pPr indent="-546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Char char="■"/>
              <a:defRPr sz="5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6pPr>
            <a:lvl7pPr indent="-546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Char char="●"/>
              <a:defRPr sz="5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7pPr>
            <a:lvl8pPr indent="-546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Char char="○"/>
              <a:defRPr sz="5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8pPr>
            <a:lvl9pPr indent="-546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Char char="■"/>
              <a:defRPr sz="5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ore overview">
  <p:cSld name="ONE_COLUMN_TEXT_1">
    <p:bg>
      <p:bgPr>
        <a:solidFill>
          <a:schemeClr val="lt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192" name="Google Shape;192;p27"/>
          <p:cNvCxnSpPr/>
          <p:nvPr/>
        </p:nvCxnSpPr>
        <p:spPr>
          <a:xfrm>
            <a:off x="478850" y="2307175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" name="Google Shape;193;p27"/>
          <p:cNvCxnSpPr/>
          <p:nvPr/>
        </p:nvCxnSpPr>
        <p:spPr>
          <a:xfrm>
            <a:off x="476850" y="1693125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" name="Google Shape;194;p27"/>
          <p:cNvCxnSpPr/>
          <p:nvPr/>
        </p:nvCxnSpPr>
        <p:spPr>
          <a:xfrm>
            <a:off x="479100" y="2921234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27"/>
          <p:cNvCxnSpPr/>
          <p:nvPr/>
        </p:nvCxnSpPr>
        <p:spPr>
          <a:xfrm>
            <a:off x="479100" y="3535292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27"/>
          <p:cNvCxnSpPr/>
          <p:nvPr/>
        </p:nvCxnSpPr>
        <p:spPr>
          <a:xfrm>
            <a:off x="479100" y="4149350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" name="Google Shape;197;p27"/>
          <p:cNvSpPr txBox="1"/>
          <p:nvPr>
            <p:ph idx="1" type="subTitle"/>
          </p:nvPr>
        </p:nvSpPr>
        <p:spPr>
          <a:xfrm>
            <a:off x="4417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198" name="Google Shape;198;p27"/>
          <p:cNvSpPr txBox="1"/>
          <p:nvPr>
            <p:ph idx="2" type="subTitle"/>
          </p:nvPr>
        </p:nvSpPr>
        <p:spPr>
          <a:xfrm>
            <a:off x="2837288" y="363450"/>
            <a:ext cx="2167200" cy="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hakra Petch SemiBold"/>
              <a:buNone/>
              <a:defRPr sz="1000">
                <a:solidFill>
                  <a:schemeClr val="lt2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199" name="Google Shape;199;p27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00" name="Google Shape;200;p27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27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02" name="Google Shape;202;p27"/>
          <p:cNvCxnSpPr/>
          <p:nvPr/>
        </p:nvCxnSpPr>
        <p:spPr>
          <a:xfrm>
            <a:off x="476850" y="1693125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p27"/>
          <p:cNvSpPr txBox="1"/>
          <p:nvPr>
            <p:ph idx="3" type="body"/>
          </p:nvPr>
        </p:nvSpPr>
        <p:spPr>
          <a:xfrm>
            <a:off x="4630525" y="1693125"/>
            <a:ext cx="41106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4" name="Google Shape;204;p27"/>
          <p:cNvSpPr txBox="1"/>
          <p:nvPr>
            <p:ph idx="4" type="body"/>
          </p:nvPr>
        </p:nvSpPr>
        <p:spPr>
          <a:xfrm>
            <a:off x="4630525" y="2307163"/>
            <a:ext cx="41106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5" name="Google Shape;205;p27"/>
          <p:cNvSpPr txBox="1"/>
          <p:nvPr>
            <p:ph idx="5" type="body"/>
          </p:nvPr>
        </p:nvSpPr>
        <p:spPr>
          <a:xfrm>
            <a:off x="4630525" y="2921225"/>
            <a:ext cx="41106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6" name="Google Shape;206;p27"/>
          <p:cNvSpPr txBox="1"/>
          <p:nvPr>
            <p:ph idx="6" type="body"/>
          </p:nvPr>
        </p:nvSpPr>
        <p:spPr>
          <a:xfrm>
            <a:off x="4630525" y="3535325"/>
            <a:ext cx="41106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7" name="Google Shape;207;p27"/>
          <p:cNvSpPr txBox="1"/>
          <p:nvPr>
            <p:ph idx="7" type="body"/>
          </p:nvPr>
        </p:nvSpPr>
        <p:spPr>
          <a:xfrm>
            <a:off x="4630525" y="4149450"/>
            <a:ext cx="41106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8" name="Google Shape;208;p27"/>
          <p:cNvSpPr txBox="1"/>
          <p:nvPr>
            <p:ph idx="8" type="body"/>
          </p:nvPr>
        </p:nvSpPr>
        <p:spPr>
          <a:xfrm>
            <a:off x="396350" y="2307163"/>
            <a:ext cx="42342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9" name="Google Shape;209;p27"/>
          <p:cNvSpPr txBox="1"/>
          <p:nvPr>
            <p:ph idx="9" type="body"/>
          </p:nvPr>
        </p:nvSpPr>
        <p:spPr>
          <a:xfrm>
            <a:off x="396350" y="2921225"/>
            <a:ext cx="42342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0" name="Google Shape;210;p27"/>
          <p:cNvSpPr txBox="1"/>
          <p:nvPr>
            <p:ph idx="13" type="body"/>
          </p:nvPr>
        </p:nvSpPr>
        <p:spPr>
          <a:xfrm>
            <a:off x="396350" y="3535325"/>
            <a:ext cx="42342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1" name="Google Shape;211;p27"/>
          <p:cNvSpPr txBox="1"/>
          <p:nvPr>
            <p:ph idx="14" type="body"/>
          </p:nvPr>
        </p:nvSpPr>
        <p:spPr>
          <a:xfrm>
            <a:off x="396350" y="4149450"/>
            <a:ext cx="42342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2" name="Google Shape;212;p27"/>
          <p:cNvSpPr txBox="1"/>
          <p:nvPr>
            <p:ph idx="15" type="body"/>
          </p:nvPr>
        </p:nvSpPr>
        <p:spPr>
          <a:xfrm>
            <a:off x="396350" y="1693125"/>
            <a:ext cx="42342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8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4">
    <p:bg>
      <p:bgPr>
        <a:solidFill>
          <a:schemeClr val="dk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p29"/>
          <p:cNvGrpSpPr/>
          <p:nvPr/>
        </p:nvGrpSpPr>
        <p:grpSpPr>
          <a:xfrm>
            <a:off x="0" y="0"/>
            <a:ext cx="9144000" cy="5130000"/>
            <a:chOff x="0" y="0"/>
            <a:chExt cx="9144000" cy="5130000"/>
          </a:xfrm>
        </p:grpSpPr>
        <p:sp>
          <p:nvSpPr>
            <p:cNvPr id="217" name="Google Shape;217;p29"/>
            <p:cNvSpPr/>
            <p:nvPr/>
          </p:nvSpPr>
          <p:spPr>
            <a:xfrm flipH="1">
              <a:off x="175600" y="250800"/>
              <a:ext cx="8603100" cy="4529400"/>
            </a:xfrm>
            <a:prstGeom prst="snip2DiagRect">
              <a:avLst>
                <a:gd fmla="val 0" name="adj1"/>
                <a:gd fmla="val 20836" name="adj2"/>
              </a:avLst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grpSp>
          <p:nvGrpSpPr>
            <p:cNvPr id="218" name="Google Shape;218;p29"/>
            <p:cNvGrpSpPr/>
            <p:nvPr/>
          </p:nvGrpSpPr>
          <p:grpSpPr>
            <a:xfrm>
              <a:off x="0" y="0"/>
              <a:ext cx="9144000" cy="5130000"/>
              <a:chOff x="0" y="0"/>
              <a:chExt cx="9144000" cy="5130000"/>
            </a:xfrm>
          </p:grpSpPr>
          <p:sp>
            <p:nvSpPr>
              <p:cNvPr id="219" name="Google Shape;219;p29"/>
              <p:cNvSpPr/>
              <p:nvPr/>
            </p:nvSpPr>
            <p:spPr>
              <a:xfrm>
                <a:off x="0" y="0"/>
                <a:ext cx="1425000" cy="1244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220" name="Google Shape;220;p29"/>
              <p:cNvSpPr/>
              <p:nvPr/>
            </p:nvSpPr>
            <p:spPr>
              <a:xfrm>
                <a:off x="0" y="0"/>
                <a:ext cx="9144000" cy="363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221" name="Google Shape;221;p29"/>
              <p:cNvSpPr/>
              <p:nvPr/>
            </p:nvSpPr>
            <p:spPr>
              <a:xfrm rot="5400000">
                <a:off x="-2383200" y="2383200"/>
                <a:ext cx="5130000" cy="363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</p:grpSp>
      <p:sp>
        <p:nvSpPr>
          <p:cNvPr id="222" name="Google Shape;222;p29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3" name="Google Shape;223;p29"/>
          <p:cNvSpPr txBox="1"/>
          <p:nvPr>
            <p:ph type="title"/>
          </p:nvPr>
        </p:nvSpPr>
        <p:spPr>
          <a:xfrm>
            <a:off x="232050" y="2112300"/>
            <a:ext cx="8321100" cy="265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500"/>
              <a:buFont typeface="Chakra Petch SemiBold"/>
              <a:buNone/>
              <a:defRPr sz="10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CUSTOM_5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0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6" name="Google Shape;226;p30"/>
          <p:cNvSpPr/>
          <p:nvPr/>
        </p:nvSpPr>
        <p:spPr>
          <a:xfrm>
            <a:off x="365550" y="363450"/>
            <a:ext cx="8412900" cy="4416600"/>
          </a:xfrm>
          <a:prstGeom prst="snip2DiagRect">
            <a:avLst>
              <a:gd fmla="val 0" name="adj1"/>
              <a:gd fmla="val 20836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7" name="Google Shape;227;p30"/>
          <p:cNvSpPr txBox="1"/>
          <p:nvPr>
            <p:ph type="title"/>
          </p:nvPr>
        </p:nvSpPr>
        <p:spPr>
          <a:xfrm>
            <a:off x="1127850" y="1691230"/>
            <a:ext cx="6885300" cy="81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8" name="Google Shape;228;p30"/>
          <p:cNvSpPr txBox="1"/>
          <p:nvPr>
            <p:ph idx="1" type="body"/>
          </p:nvPr>
        </p:nvSpPr>
        <p:spPr>
          <a:xfrm>
            <a:off x="1127850" y="2491658"/>
            <a:ext cx="6885300" cy="9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9" name="Google Shape;229;p30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6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1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32" name="Google Shape;232;p31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31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4" name="Google Shape;234;p31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9pPr>
          </a:lstStyle>
          <a:p/>
        </p:txBody>
      </p:sp>
      <p:sp>
        <p:nvSpPr>
          <p:cNvPr id="235" name="Google Shape;235;p31"/>
          <p:cNvSpPr txBox="1"/>
          <p:nvPr>
            <p:ph idx="1" type="body"/>
          </p:nvPr>
        </p:nvSpPr>
        <p:spPr>
          <a:xfrm>
            <a:off x="478875" y="2398650"/>
            <a:ext cx="4036500" cy="22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236" name="Google Shape;236;p31"/>
          <p:cNvSpPr txBox="1"/>
          <p:nvPr>
            <p:ph idx="2" type="body"/>
          </p:nvPr>
        </p:nvSpPr>
        <p:spPr>
          <a:xfrm>
            <a:off x="4628700" y="2398650"/>
            <a:ext cx="4036500" cy="22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cxnSp>
        <p:nvCxnSpPr>
          <p:cNvPr id="237" name="Google Shape;237;p31"/>
          <p:cNvCxnSpPr/>
          <p:nvPr/>
        </p:nvCxnSpPr>
        <p:spPr>
          <a:xfrm>
            <a:off x="476850" y="2306550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11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2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40" name="Google Shape;240;p32"/>
          <p:cNvSpPr/>
          <p:nvPr/>
        </p:nvSpPr>
        <p:spPr>
          <a:xfrm>
            <a:off x="365550" y="363450"/>
            <a:ext cx="8412900" cy="4416600"/>
          </a:xfrm>
          <a:prstGeom prst="snip2DiagRect">
            <a:avLst>
              <a:gd fmla="val 0" name="adj1"/>
              <a:gd fmla="val 20836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41" name="Google Shape;241;p32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2" name="Google Shape;242;p32"/>
          <p:cNvSpPr txBox="1"/>
          <p:nvPr>
            <p:ph type="title"/>
          </p:nvPr>
        </p:nvSpPr>
        <p:spPr>
          <a:xfrm>
            <a:off x="1127850" y="2164800"/>
            <a:ext cx="6885300" cy="81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one column text">
  <p:cSld name="CUSTOM_8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3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45" name="Google Shape;245;p33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33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7" name="Google Shape;247;p33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9pPr>
          </a:lstStyle>
          <a:p/>
        </p:txBody>
      </p:sp>
      <p:sp>
        <p:nvSpPr>
          <p:cNvPr id="248" name="Google Shape;248;p33"/>
          <p:cNvSpPr txBox="1"/>
          <p:nvPr>
            <p:ph idx="1" type="body"/>
          </p:nvPr>
        </p:nvSpPr>
        <p:spPr>
          <a:xfrm>
            <a:off x="478875" y="2398650"/>
            <a:ext cx="8190300" cy="22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cxnSp>
        <p:nvCxnSpPr>
          <p:cNvPr id="249" name="Google Shape;249;p33"/>
          <p:cNvCxnSpPr/>
          <p:nvPr/>
        </p:nvCxnSpPr>
        <p:spPr>
          <a:xfrm>
            <a:off x="476850" y="2306550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0" name="Google Shape;250;p33"/>
          <p:cNvSpPr txBox="1"/>
          <p:nvPr>
            <p:ph idx="2" type="subTitle"/>
          </p:nvPr>
        </p:nvSpPr>
        <p:spPr>
          <a:xfrm>
            <a:off x="478863" y="1785900"/>
            <a:ext cx="21672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CUSTOM_9">
    <p:bg>
      <p:bgPr>
        <a:solidFill>
          <a:schemeClr val="lt1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" name="Google Shape;252;p34"/>
          <p:cNvGrpSpPr/>
          <p:nvPr/>
        </p:nvGrpSpPr>
        <p:grpSpPr>
          <a:xfrm>
            <a:off x="0" y="0"/>
            <a:ext cx="9144000" cy="5130000"/>
            <a:chOff x="0" y="0"/>
            <a:chExt cx="9144000" cy="5130000"/>
          </a:xfrm>
        </p:grpSpPr>
        <p:sp>
          <p:nvSpPr>
            <p:cNvPr id="253" name="Google Shape;253;p34"/>
            <p:cNvSpPr/>
            <p:nvPr/>
          </p:nvSpPr>
          <p:spPr>
            <a:xfrm flipH="1">
              <a:off x="175600" y="250800"/>
              <a:ext cx="8603100" cy="4529400"/>
            </a:xfrm>
            <a:prstGeom prst="snip2DiagRect">
              <a:avLst>
                <a:gd fmla="val 0" name="adj1"/>
                <a:gd fmla="val 20836" name="adj2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grpSp>
          <p:nvGrpSpPr>
            <p:cNvPr id="254" name="Google Shape;254;p34"/>
            <p:cNvGrpSpPr/>
            <p:nvPr/>
          </p:nvGrpSpPr>
          <p:grpSpPr>
            <a:xfrm>
              <a:off x="0" y="0"/>
              <a:ext cx="9144000" cy="5130000"/>
              <a:chOff x="0" y="0"/>
              <a:chExt cx="9144000" cy="5130000"/>
            </a:xfrm>
          </p:grpSpPr>
          <p:sp>
            <p:nvSpPr>
              <p:cNvPr id="255" name="Google Shape;255;p34"/>
              <p:cNvSpPr/>
              <p:nvPr/>
            </p:nvSpPr>
            <p:spPr>
              <a:xfrm>
                <a:off x="0" y="0"/>
                <a:ext cx="1425000" cy="12441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256" name="Google Shape;256;p34"/>
              <p:cNvSpPr/>
              <p:nvPr/>
            </p:nvSpPr>
            <p:spPr>
              <a:xfrm>
                <a:off x="0" y="0"/>
                <a:ext cx="9144000" cy="363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257" name="Google Shape;257;p34"/>
              <p:cNvSpPr/>
              <p:nvPr/>
            </p:nvSpPr>
            <p:spPr>
              <a:xfrm rot="5400000">
                <a:off x="-2383200" y="2383200"/>
                <a:ext cx="5130000" cy="363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</p:grpSp>
      <p:sp>
        <p:nvSpPr>
          <p:cNvPr id="258" name="Google Shape;258;p34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9" name="Google Shape;259;p34"/>
          <p:cNvSpPr txBox="1"/>
          <p:nvPr>
            <p:ph type="title"/>
          </p:nvPr>
        </p:nvSpPr>
        <p:spPr>
          <a:xfrm>
            <a:off x="232050" y="2112300"/>
            <a:ext cx="8321100" cy="265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0"/>
              <a:buFont typeface="Chakra Petch SemiBold"/>
              <a:buNone/>
              <a:defRPr sz="10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0"/>
              <a:buFont typeface="Chakra Petch SemiBold"/>
              <a:buNone/>
              <a:defRPr sz="10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0"/>
              <a:buFont typeface="Chakra Petch SemiBold"/>
              <a:buNone/>
              <a:defRPr sz="10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0"/>
              <a:buFont typeface="Chakra Petch SemiBold"/>
              <a:buNone/>
              <a:defRPr sz="10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0"/>
              <a:buFont typeface="Chakra Petch SemiBold"/>
              <a:buNone/>
              <a:defRPr sz="10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0"/>
              <a:buFont typeface="Chakra Petch SemiBold"/>
              <a:buNone/>
              <a:defRPr sz="10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0"/>
              <a:buFont typeface="Chakra Petch SemiBold"/>
              <a:buNone/>
              <a:defRPr sz="10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0"/>
              <a:buFont typeface="Chakra Petch SemiBold"/>
              <a:buNone/>
              <a:defRPr sz="10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0"/>
              <a:buFont typeface="Chakra Petch SemiBold"/>
              <a:buNone/>
              <a:defRPr sz="10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CUSTOM_10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5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62" name="Google Shape;262;p35"/>
          <p:cNvSpPr/>
          <p:nvPr/>
        </p:nvSpPr>
        <p:spPr>
          <a:xfrm>
            <a:off x="365550" y="363450"/>
            <a:ext cx="8412900" cy="4416600"/>
          </a:xfrm>
          <a:prstGeom prst="snip2DiagRect">
            <a:avLst>
              <a:gd fmla="val 0" name="adj1"/>
              <a:gd fmla="val 20836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63" name="Google Shape;263;p35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4" name="Google Shape;264;p35"/>
          <p:cNvSpPr txBox="1"/>
          <p:nvPr>
            <p:ph type="title"/>
          </p:nvPr>
        </p:nvSpPr>
        <p:spPr>
          <a:xfrm>
            <a:off x="1127850" y="2164800"/>
            <a:ext cx="6885300" cy="81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9pPr>
          </a:lstStyle>
          <a:p/>
        </p:txBody>
      </p:sp>
      <p:sp>
        <p:nvSpPr>
          <p:cNvPr id="265" name="Google Shape;265;p35"/>
          <p:cNvSpPr txBox="1"/>
          <p:nvPr>
            <p:ph idx="1" type="subTitle"/>
          </p:nvPr>
        </p:nvSpPr>
        <p:spPr>
          <a:xfrm>
            <a:off x="1127846" y="3242075"/>
            <a:ext cx="68853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USTOM_8_1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6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68" name="Google Shape;268;p36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9" name="Google Shape;269;p36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0" name="Google Shape;270;p36"/>
          <p:cNvSpPr txBox="1"/>
          <p:nvPr>
            <p:ph idx="1" type="body"/>
          </p:nvPr>
        </p:nvSpPr>
        <p:spPr>
          <a:xfrm>
            <a:off x="478875" y="476700"/>
            <a:ext cx="8190300" cy="419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_12">
    <p:bg>
      <p:bgPr>
        <a:solidFill>
          <a:schemeClr val="lt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7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73" name="Google Shape;273;p37"/>
          <p:cNvSpPr/>
          <p:nvPr/>
        </p:nvSpPr>
        <p:spPr>
          <a:xfrm>
            <a:off x="365550" y="363450"/>
            <a:ext cx="8412900" cy="4416600"/>
          </a:xfrm>
          <a:prstGeom prst="snip2DiagRect">
            <a:avLst>
              <a:gd fmla="val 0" name="adj1"/>
              <a:gd fmla="val 20836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74" name="Google Shape;274;p37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5" name="Google Shape;275;p37"/>
          <p:cNvSpPr txBox="1"/>
          <p:nvPr>
            <p:ph type="title"/>
          </p:nvPr>
        </p:nvSpPr>
        <p:spPr>
          <a:xfrm>
            <a:off x="365625" y="1430850"/>
            <a:ext cx="40365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6" name="Google Shape;276;p37"/>
          <p:cNvSpPr txBox="1"/>
          <p:nvPr>
            <p:ph idx="1" type="body"/>
          </p:nvPr>
        </p:nvSpPr>
        <p:spPr>
          <a:xfrm>
            <a:off x="4628700" y="1430850"/>
            <a:ext cx="4036500" cy="22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Char char="●"/>
              <a:defRPr sz="2000">
                <a:solidFill>
                  <a:schemeClr val="dk1"/>
                </a:solidFill>
              </a:defRPr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Char char="○"/>
              <a:defRPr sz="2000">
                <a:solidFill>
                  <a:schemeClr val="dk1"/>
                </a:solidFill>
              </a:defRPr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Char char="■"/>
              <a:defRPr sz="2000">
                <a:solidFill>
                  <a:schemeClr val="dk1"/>
                </a:solidFill>
              </a:defRPr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Char char="●"/>
              <a:defRPr sz="2000">
                <a:solidFill>
                  <a:schemeClr val="dk1"/>
                </a:solidFill>
              </a:defRPr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Char char="○"/>
              <a:defRPr sz="2000">
                <a:solidFill>
                  <a:schemeClr val="dk1"/>
                </a:solidFill>
              </a:defRPr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Char char="■"/>
              <a:defRPr sz="2000">
                <a:solidFill>
                  <a:schemeClr val="dk1"/>
                </a:solidFill>
              </a:defRPr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Char char="●"/>
              <a:defRPr sz="2000">
                <a:solidFill>
                  <a:schemeClr val="dk1"/>
                </a:solidFill>
              </a:defRPr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Char char="○"/>
              <a:defRPr sz="2000">
                <a:solidFill>
                  <a:schemeClr val="dk1"/>
                </a:solidFill>
              </a:defRPr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Char char="■"/>
              <a:defRPr sz="2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8_2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8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79" name="Google Shape;279;p38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0" name="Google Shape;280;p38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81" name="Google Shape;281;p38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9pPr>
          </a:lstStyle>
          <a:p/>
        </p:txBody>
      </p:sp>
      <p:cxnSp>
        <p:nvCxnSpPr>
          <p:cNvPr id="282" name="Google Shape;282;p38"/>
          <p:cNvCxnSpPr/>
          <p:nvPr/>
        </p:nvCxnSpPr>
        <p:spPr>
          <a:xfrm>
            <a:off x="476850" y="2306550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3" name="Google Shape;283;p38"/>
          <p:cNvSpPr txBox="1"/>
          <p:nvPr>
            <p:ph idx="1" type="subTitle"/>
          </p:nvPr>
        </p:nvSpPr>
        <p:spPr>
          <a:xfrm>
            <a:off x="478875" y="4147550"/>
            <a:ext cx="26229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284" name="Google Shape;284;p38"/>
          <p:cNvSpPr txBox="1"/>
          <p:nvPr>
            <p:ph idx="2" type="subTitle"/>
          </p:nvPr>
        </p:nvSpPr>
        <p:spPr>
          <a:xfrm>
            <a:off x="3260538" y="4147550"/>
            <a:ext cx="26229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285" name="Google Shape;285;p38"/>
          <p:cNvSpPr txBox="1"/>
          <p:nvPr>
            <p:ph idx="3" type="subTitle"/>
          </p:nvPr>
        </p:nvSpPr>
        <p:spPr>
          <a:xfrm>
            <a:off x="6042225" y="4147550"/>
            <a:ext cx="26229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286" name="Google Shape;286;p38"/>
          <p:cNvSpPr txBox="1"/>
          <p:nvPr>
            <p:ph idx="4" type="subTitle"/>
          </p:nvPr>
        </p:nvSpPr>
        <p:spPr>
          <a:xfrm>
            <a:off x="478875" y="3476550"/>
            <a:ext cx="26229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287" name="Google Shape;287;p38"/>
          <p:cNvSpPr txBox="1"/>
          <p:nvPr>
            <p:ph idx="5" type="subTitle"/>
          </p:nvPr>
        </p:nvSpPr>
        <p:spPr>
          <a:xfrm>
            <a:off x="3260538" y="3476550"/>
            <a:ext cx="26229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288" name="Google Shape;288;p38"/>
          <p:cNvSpPr txBox="1"/>
          <p:nvPr>
            <p:ph idx="6" type="subTitle"/>
          </p:nvPr>
        </p:nvSpPr>
        <p:spPr>
          <a:xfrm>
            <a:off x="6042225" y="3476550"/>
            <a:ext cx="26229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_AND_TWO_COLUMNS_1_2">
    <p:bg>
      <p:bgPr>
        <a:solidFill>
          <a:schemeClr val="lt1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9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91" name="Google Shape;291;p39"/>
          <p:cNvSpPr/>
          <p:nvPr>
            <p:ph idx="2" type="pic"/>
          </p:nvPr>
        </p:nvSpPr>
        <p:spPr>
          <a:xfrm rot="10800000">
            <a:off x="474125" y="1837225"/>
            <a:ext cx="2661000" cy="2834700"/>
          </a:xfrm>
          <a:prstGeom prst="rect">
            <a:avLst/>
          </a:prstGeom>
          <a:noFill/>
          <a:ln>
            <a:noFill/>
          </a:ln>
        </p:spPr>
      </p:sp>
      <p:sp>
        <p:nvSpPr>
          <p:cNvPr id="292" name="Google Shape;292;p39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93" name="Google Shape;293;p39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4" name="Google Shape;294;p39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95" name="Google Shape;295;p39"/>
          <p:cNvCxnSpPr/>
          <p:nvPr/>
        </p:nvCxnSpPr>
        <p:spPr>
          <a:xfrm>
            <a:off x="476850" y="1693125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6" name="Google Shape;296;p39"/>
          <p:cNvSpPr txBox="1"/>
          <p:nvPr>
            <p:ph idx="1" type="body"/>
          </p:nvPr>
        </p:nvSpPr>
        <p:spPr>
          <a:xfrm>
            <a:off x="3600750" y="1693125"/>
            <a:ext cx="5066400" cy="6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1pPr>
            <a:lvl2pPr indent="-355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DM Sans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6_1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0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99" name="Google Shape;299;p40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0" name="Google Shape;300;p40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1" name="Google Shape;301;p40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9pPr>
          </a:lstStyle>
          <a:p/>
        </p:txBody>
      </p:sp>
      <p:sp>
        <p:nvSpPr>
          <p:cNvPr id="302" name="Google Shape;302;p40"/>
          <p:cNvSpPr txBox="1"/>
          <p:nvPr>
            <p:ph idx="1" type="body"/>
          </p:nvPr>
        </p:nvSpPr>
        <p:spPr>
          <a:xfrm>
            <a:off x="478875" y="2398650"/>
            <a:ext cx="4036500" cy="22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303" name="Google Shape;303;p40"/>
          <p:cNvSpPr txBox="1"/>
          <p:nvPr>
            <p:ph idx="2" type="body"/>
          </p:nvPr>
        </p:nvSpPr>
        <p:spPr>
          <a:xfrm>
            <a:off x="4628700" y="2398650"/>
            <a:ext cx="4036500" cy="22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304" name="Google Shape;304;p40"/>
          <p:cNvSpPr txBox="1"/>
          <p:nvPr>
            <p:ph idx="3" type="subTitle"/>
          </p:nvPr>
        </p:nvSpPr>
        <p:spPr>
          <a:xfrm>
            <a:off x="478885" y="1785900"/>
            <a:ext cx="40365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305" name="Google Shape;305;p40"/>
          <p:cNvSpPr txBox="1"/>
          <p:nvPr>
            <p:ph idx="4" type="subTitle"/>
          </p:nvPr>
        </p:nvSpPr>
        <p:spPr>
          <a:xfrm>
            <a:off x="4628700" y="1785900"/>
            <a:ext cx="40365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cxnSp>
        <p:nvCxnSpPr>
          <p:cNvPr id="306" name="Google Shape;306;p40"/>
          <p:cNvCxnSpPr/>
          <p:nvPr/>
        </p:nvCxnSpPr>
        <p:spPr>
          <a:xfrm>
            <a:off x="476850" y="2306550"/>
            <a:ext cx="40521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" name="Google Shape;307;p40"/>
          <p:cNvCxnSpPr/>
          <p:nvPr/>
        </p:nvCxnSpPr>
        <p:spPr>
          <a:xfrm>
            <a:off x="4613100" y="2306550"/>
            <a:ext cx="40521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6_1_1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1"/>
          <p:cNvSpPr txBox="1"/>
          <p:nvPr>
            <p:ph idx="1" type="subTitle"/>
          </p:nvPr>
        </p:nvSpPr>
        <p:spPr>
          <a:xfrm>
            <a:off x="478875" y="1785900"/>
            <a:ext cx="26229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310" name="Google Shape;310;p41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11" name="Google Shape;311;p41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2" name="Google Shape;312;p41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13" name="Google Shape;313;p41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9pPr>
          </a:lstStyle>
          <a:p/>
        </p:txBody>
      </p:sp>
      <p:sp>
        <p:nvSpPr>
          <p:cNvPr id="314" name="Google Shape;314;p41"/>
          <p:cNvSpPr txBox="1"/>
          <p:nvPr>
            <p:ph idx="2" type="body"/>
          </p:nvPr>
        </p:nvSpPr>
        <p:spPr>
          <a:xfrm>
            <a:off x="478875" y="2398650"/>
            <a:ext cx="2622900" cy="22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315" name="Google Shape;315;p41"/>
          <p:cNvSpPr txBox="1"/>
          <p:nvPr>
            <p:ph idx="3" type="body"/>
          </p:nvPr>
        </p:nvSpPr>
        <p:spPr>
          <a:xfrm>
            <a:off x="6042300" y="2398650"/>
            <a:ext cx="2622900" cy="22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cxnSp>
        <p:nvCxnSpPr>
          <p:cNvPr id="316" name="Google Shape;316;p41"/>
          <p:cNvCxnSpPr/>
          <p:nvPr/>
        </p:nvCxnSpPr>
        <p:spPr>
          <a:xfrm>
            <a:off x="476850" y="2306550"/>
            <a:ext cx="2623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7" name="Google Shape;317;p41"/>
          <p:cNvSpPr txBox="1"/>
          <p:nvPr>
            <p:ph idx="4" type="subTitle"/>
          </p:nvPr>
        </p:nvSpPr>
        <p:spPr>
          <a:xfrm>
            <a:off x="3260538" y="1785900"/>
            <a:ext cx="26229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318" name="Google Shape;318;p41"/>
          <p:cNvSpPr txBox="1"/>
          <p:nvPr>
            <p:ph idx="5" type="subTitle"/>
          </p:nvPr>
        </p:nvSpPr>
        <p:spPr>
          <a:xfrm>
            <a:off x="6042225" y="1785900"/>
            <a:ext cx="26229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319" name="Google Shape;319;p41"/>
          <p:cNvSpPr txBox="1"/>
          <p:nvPr>
            <p:ph idx="6" type="body"/>
          </p:nvPr>
        </p:nvSpPr>
        <p:spPr>
          <a:xfrm>
            <a:off x="3260588" y="2398650"/>
            <a:ext cx="2622900" cy="22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cxnSp>
        <p:nvCxnSpPr>
          <p:cNvPr id="320" name="Google Shape;320;p41"/>
          <p:cNvCxnSpPr/>
          <p:nvPr/>
        </p:nvCxnSpPr>
        <p:spPr>
          <a:xfrm>
            <a:off x="3260538" y="2306550"/>
            <a:ext cx="2623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1" name="Google Shape;321;p41"/>
          <p:cNvCxnSpPr/>
          <p:nvPr/>
        </p:nvCxnSpPr>
        <p:spPr>
          <a:xfrm>
            <a:off x="6042225" y="2306550"/>
            <a:ext cx="2623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6_1_2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2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24" name="Google Shape;324;p42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5" name="Google Shape;325;p42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26" name="Google Shape;326;p42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Font typeface="Chakra Petch Medium"/>
              <a:buNone/>
              <a:defRPr/>
            </a:lvl9pPr>
          </a:lstStyle>
          <a:p/>
        </p:txBody>
      </p:sp>
      <p:sp>
        <p:nvSpPr>
          <p:cNvPr id="327" name="Google Shape;327;p42"/>
          <p:cNvSpPr txBox="1"/>
          <p:nvPr>
            <p:ph idx="1" type="body"/>
          </p:nvPr>
        </p:nvSpPr>
        <p:spPr>
          <a:xfrm>
            <a:off x="478875" y="2398650"/>
            <a:ext cx="4036500" cy="7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328" name="Google Shape;328;p42"/>
          <p:cNvSpPr txBox="1"/>
          <p:nvPr>
            <p:ph idx="2" type="body"/>
          </p:nvPr>
        </p:nvSpPr>
        <p:spPr>
          <a:xfrm>
            <a:off x="4628700" y="2398650"/>
            <a:ext cx="4036500" cy="7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329" name="Google Shape;329;p42"/>
          <p:cNvSpPr txBox="1"/>
          <p:nvPr>
            <p:ph idx="3" type="subTitle"/>
          </p:nvPr>
        </p:nvSpPr>
        <p:spPr>
          <a:xfrm>
            <a:off x="478885" y="1785900"/>
            <a:ext cx="40365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330" name="Google Shape;330;p42"/>
          <p:cNvSpPr txBox="1"/>
          <p:nvPr>
            <p:ph idx="4" type="subTitle"/>
          </p:nvPr>
        </p:nvSpPr>
        <p:spPr>
          <a:xfrm>
            <a:off x="4628700" y="1785900"/>
            <a:ext cx="40365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331" name="Google Shape;331;p42"/>
          <p:cNvSpPr txBox="1"/>
          <p:nvPr>
            <p:ph idx="5" type="body"/>
          </p:nvPr>
        </p:nvSpPr>
        <p:spPr>
          <a:xfrm>
            <a:off x="478875" y="3893750"/>
            <a:ext cx="4036500" cy="7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332" name="Google Shape;332;p42"/>
          <p:cNvSpPr txBox="1"/>
          <p:nvPr>
            <p:ph idx="6" type="body"/>
          </p:nvPr>
        </p:nvSpPr>
        <p:spPr>
          <a:xfrm>
            <a:off x="4628700" y="3893750"/>
            <a:ext cx="4036500" cy="7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333" name="Google Shape;333;p42"/>
          <p:cNvSpPr txBox="1"/>
          <p:nvPr>
            <p:ph idx="7" type="subTitle"/>
          </p:nvPr>
        </p:nvSpPr>
        <p:spPr>
          <a:xfrm>
            <a:off x="478885" y="3281000"/>
            <a:ext cx="40365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334" name="Google Shape;334;p42"/>
          <p:cNvSpPr txBox="1"/>
          <p:nvPr>
            <p:ph idx="8" type="subTitle"/>
          </p:nvPr>
        </p:nvSpPr>
        <p:spPr>
          <a:xfrm>
            <a:off x="4628700" y="3281000"/>
            <a:ext cx="40365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cxnSp>
        <p:nvCxnSpPr>
          <p:cNvPr id="335" name="Google Shape;335;p42"/>
          <p:cNvCxnSpPr/>
          <p:nvPr/>
        </p:nvCxnSpPr>
        <p:spPr>
          <a:xfrm>
            <a:off x="476850" y="2306550"/>
            <a:ext cx="40521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" name="Google Shape;336;p42"/>
          <p:cNvCxnSpPr/>
          <p:nvPr/>
        </p:nvCxnSpPr>
        <p:spPr>
          <a:xfrm>
            <a:off x="4613100" y="2306550"/>
            <a:ext cx="40521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7" name="Google Shape;337;p42"/>
          <p:cNvCxnSpPr/>
          <p:nvPr/>
        </p:nvCxnSpPr>
        <p:spPr>
          <a:xfrm>
            <a:off x="477825" y="3801650"/>
            <a:ext cx="40521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" name="Google Shape;338;p42"/>
          <p:cNvCxnSpPr/>
          <p:nvPr/>
        </p:nvCxnSpPr>
        <p:spPr>
          <a:xfrm>
            <a:off x="4614075" y="3801650"/>
            <a:ext cx="40521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AND_TWO_COLUMNS_1_2_1">
    <p:bg>
      <p:bgPr>
        <a:solidFill>
          <a:schemeClr val="lt1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3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41" name="Google Shape;341;p43"/>
          <p:cNvSpPr/>
          <p:nvPr>
            <p:ph idx="2" type="pic"/>
          </p:nvPr>
        </p:nvSpPr>
        <p:spPr>
          <a:xfrm rot="10800000">
            <a:off x="474175" y="1837225"/>
            <a:ext cx="8190600" cy="2834700"/>
          </a:xfrm>
          <a:prstGeom prst="rect">
            <a:avLst/>
          </a:prstGeom>
          <a:noFill/>
          <a:ln>
            <a:noFill/>
          </a:ln>
        </p:spPr>
      </p:sp>
      <p:sp>
        <p:nvSpPr>
          <p:cNvPr id="342" name="Google Shape;342;p43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43" name="Google Shape;343;p43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4" name="Google Shape;344;p43"/>
          <p:cNvSpPr txBox="1"/>
          <p:nvPr>
            <p:ph type="title"/>
          </p:nvPr>
        </p:nvSpPr>
        <p:spPr>
          <a:xfrm>
            <a:off x="365625" y="794973"/>
            <a:ext cx="84126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hakra Petch Medium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45" name="Google Shape;345;p43"/>
          <p:cNvCxnSpPr/>
          <p:nvPr/>
        </p:nvCxnSpPr>
        <p:spPr>
          <a:xfrm>
            <a:off x="476850" y="1693125"/>
            <a:ext cx="8190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13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4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48" name="Google Shape;348;p44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9" name="Google Shape;349;p44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50" name="Google Shape;350;p44"/>
          <p:cNvSpPr txBox="1"/>
          <p:nvPr>
            <p:ph type="title"/>
          </p:nvPr>
        </p:nvSpPr>
        <p:spPr>
          <a:xfrm>
            <a:off x="365625" y="384301"/>
            <a:ext cx="84126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Chakra Petch Medium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9pPr>
          </a:lstStyle>
          <a:p/>
        </p:txBody>
      </p:sp>
      <p:sp>
        <p:nvSpPr>
          <p:cNvPr id="351" name="Google Shape;351;p44"/>
          <p:cNvSpPr/>
          <p:nvPr>
            <p:ph idx="2" type="pic"/>
          </p:nvPr>
        </p:nvSpPr>
        <p:spPr>
          <a:xfrm rot="10800000">
            <a:off x="4611300" y="1290400"/>
            <a:ext cx="4053900" cy="1611300"/>
          </a:xfrm>
          <a:prstGeom prst="rect">
            <a:avLst/>
          </a:prstGeom>
          <a:noFill/>
          <a:ln>
            <a:noFill/>
          </a:ln>
        </p:spPr>
      </p:sp>
      <p:sp>
        <p:nvSpPr>
          <p:cNvPr id="352" name="Google Shape;352;p44"/>
          <p:cNvSpPr txBox="1"/>
          <p:nvPr>
            <p:ph idx="1" type="body"/>
          </p:nvPr>
        </p:nvSpPr>
        <p:spPr>
          <a:xfrm>
            <a:off x="478875" y="1903150"/>
            <a:ext cx="4036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353" name="Google Shape;353;p44"/>
          <p:cNvSpPr txBox="1"/>
          <p:nvPr>
            <p:ph idx="3" type="subTitle"/>
          </p:nvPr>
        </p:nvSpPr>
        <p:spPr>
          <a:xfrm>
            <a:off x="478885" y="1290400"/>
            <a:ext cx="40365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354" name="Google Shape;354;p44"/>
          <p:cNvSpPr txBox="1"/>
          <p:nvPr>
            <p:ph idx="4" type="body"/>
          </p:nvPr>
        </p:nvSpPr>
        <p:spPr>
          <a:xfrm>
            <a:off x="4628700" y="3668300"/>
            <a:ext cx="4036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355" name="Google Shape;355;p44"/>
          <p:cNvSpPr txBox="1"/>
          <p:nvPr>
            <p:ph idx="5" type="subTitle"/>
          </p:nvPr>
        </p:nvSpPr>
        <p:spPr>
          <a:xfrm>
            <a:off x="4628700" y="3055550"/>
            <a:ext cx="40365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cxnSp>
        <p:nvCxnSpPr>
          <p:cNvPr id="356" name="Google Shape;356;p44"/>
          <p:cNvCxnSpPr/>
          <p:nvPr/>
        </p:nvCxnSpPr>
        <p:spPr>
          <a:xfrm>
            <a:off x="476850" y="1811050"/>
            <a:ext cx="40521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7" name="Google Shape;357;p44"/>
          <p:cNvCxnSpPr/>
          <p:nvPr/>
        </p:nvCxnSpPr>
        <p:spPr>
          <a:xfrm>
            <a:off x="4614075" y="3576200"/>
            <a:ext cx="40521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8" name="Google Shape;358;p44"/>
          <p:cNvSpPr/>
          <p:nvPr>
            <p:ph idx="6" type="pic"/>
          </p:nvPr>
        </p:nvSpPr>
        <p:spPr>
          <a:xfrm rot="10800000">
            <a:off x="470175" y="3055550"/>
            <a:ext cx="4053900" cy="1611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13_1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5"/>
          <p:cNvSpPr txBox="1"/>
          <p:nvPr>
            <p:ph idx="1" type="body"/>
          </p:nvPr>
        </p:nvSpPr>
        <p:spPr>
          <a:xfrm>
            <a:off x="478875" y="1903150"/>
            <a:ext cx="26229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361" name="Google Shape;361;p45"/>
          <p:cNvSpPr txBox="1"/>
          <p:nvPr>
            <p:ph idx="2" type="body"/>
          </p:nvPr>
        </p:nvSpPr>
        <p:spPr>
          <a:xfrm>
            <a:off x="6042300" y="1903150"/>
            <a:ext cx="26229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362" name="Google Shape;362;p45"/>
          <p:cNvSpPr txBox="1"/>
          <p:nvPr>
            <p:ph idx="3" type="body"/>
          </p:nvPr>
        </p:nvSpPr>
        <p:spPr>
          <a:xfrm>
            <a:off x="3260588" y="1903150"/>
            <a:ext cx="26229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DM Sans"/>
              <a:buChar char="■"/>
              <a:defRPr sz="2000"/>
            </a:lvl9pPr>
          </a:lstStyle>
          <a:p/>
        </p:txBody>
      </p:sp>
      <p:sp>
        <p:nvSpPr>
          <p:cNvPr id="363" name="Google Shape;363;p45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64" name="Google Shape;364;p45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5" name="Google Shape;365;p45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66" name="Google Shape;366;p45"/>
          <p:cNvSpPr txBox="1"/>
          <p:nvPr>
            <p:ph type="title"/>
          </p:nvPr>
        </p:nvSpPr>
        <p:spPr>
          <a:xfrm>
            <a:off x="365625" y="384301"/>
            <a:ext cx="84126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Chakra Petch Medium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Font typeface="Chakra Petch Medium"/>
              <a:buNone/>
              <a:defRPr sz="4500"/>
            </a:lvl9pPr>
          </a:lstStyle>
          <a:p/>
        </p:txBody>
      </p:sp>
      <p:sp>
        <p:nvSpPr>
          <p:cNvPr id="367" name="Google Shape;367;p45"/>
          <p:cNvSpPr/>
          <p:nvPr>
            <p:ph idx="4" type="pic"/>
          </p:nvPr>
        </p:nvSpPr>
        <p:spPr>
          <a:xfrm rot="10800000">
            <a:off x="470275" y="3055550"/>
            <a:ext cx="2618700" cy="1611300"/>
          </a:xfrm>
          <a:prstGeom prst="rect">
            <a:avLst/>
          </a:prstGeom>
          <a:noFill/>
          <a:ln>
            <a:noFill/>
          </a:ln>
        </p:spPr>
      </p:sp>
      <p:sp>
        <p:nvSpPr>
          <p:cNvPr id="368" name="Google Shape;368;p45"/>
          <p:cNvSpPr txBox="1"/>
          <p:nvPr>
            <p:ph idx="5" type="subTitle"/>
          </p:nvPr>
        </p:nvSpPr>
        <p:spPr>
          <a:xfrm>
            <a:off x="478875" y="1290400"/>
            <a:ext cx="26229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cxnSp>
        <p:nvCxnSpPr>
          <p:cNvPr id="369" name="Google Shape;369;p45"/>
          <p:cNvCxnSpPr/>
          <p:nvPr/>
        </p:nvCxnSpPr>
        <p:spPr>
          <a:xfrm>
            <a:off x="476850" y="1811050"/>
            <a:ext cx="2623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0" name="Google Shape;370;p45"/>
          <p:cNvSpPr txBox="1"/>
          <p:nvPr>
            <p:ph idx="6" type="subTitle"/>
          </p:nvPr>
        </p:nvSpPr>
        <p:spPr>
          <a:xfrm>
            <a:off x="3260538" y="1290400"/>
            <a:ext cx="26229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sp>
        <p:nvSpPr>
          <p:cNvPr id="371" name="Google Shape;371;p45"/>
          <p:cNvSpPr txBox="1"/>
          <p:nvPr>
            <p:ph idx="7" type="subTitle"/>
          </p:nvPr>
        </p:nvSpPr>
        <p:spPr>
          <a:xfrm>
            <a:off x="6042225" y="1290400"/>
            <a:ext cx="26229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Chakra Petch SemiBold"/>
              <a:buNone/>
              <a:defRPr sz="1500"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/>
        </p:txBody>
      </p:sp>
      <p:cxnSp>
        <p:nvCxnSpPr>
          <p:cNvPr id="372" name="Google Shape;372;p45"/>
          <p:cNvCxnSpPr/>
          <p:nvPr/>
        </p:nvCxnSpPr>
        <p:spPr>
          <a:xfrm>
            <a:off x="3260538" y="1811050"/>
            <a:ext cx="2623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" name="Google Shape;373;p45"/>
          <p:cNvCxnSpPr/>
          <p:nvPr/>
        </p:nvCxnSpPr>
        <p:spPr>
          <a:xfrm>
            <a:off x="6042225" y="1811050"/>
            <a:ext cx="2623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4" name="Google Shape;374;p45"/>
          <p:cNvSpPr/>
          <p:nvPr>
            <p:ph idx="8" type="pic"/>
          </p:nvPr>
        </p:nvSpPr>
        <p:spPr>
          <a:xfrm rot="10800000">
            <a:off x="3262575" y="3055550"/>
            <a:ext cx="2618700" cy="1611300"/>
          </a:xfrm>
          <a:prstGeom prst="rect">
            <a:avLst/>
          </a:prstGeom>
          <a:noFill/>
          <a:ln>
            <a:noFill/>
          </a:ln>
        </p:spPr>
      </p:sp>
      <p:sp>
        <p:nvSpPr>
          <p:cNvPr id="375" name="Google Shape;375;p45"/>
          <p:cNvSpPr/>
          <p:nvPr>
            <p:ph idx="9" type="pic"/>
          </p:nvPr>
        </p:nvSpPr>
        <p:spPr>
          <a:xfrm rot="10800000">
            <a:off x="6054875" y="3055550"/>
            <a:ext cx="2618700" cy="1611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TITLE_AND_TWO_COLUMNS_1_2_1_1">
    <p:bg>
      <p:bgPr>
        <a:solidFill>
          <a:schemeClr val="lt1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6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78" name="Google Shape;378;p46"/>
          <p:cNvSpPr/>
          <p:nvPr>
            <p:ph idx="2" type="pic"/>
          </p:nvPr>
        </p:nvSpPr>
        <p:spPr>
          <a:xfrm rot="10800000">
            <a:off x="2100" y="300"/>
            <a:ext cx="9139800" cy="5142900"/>
          </a:xfrm>
          <a:prstGeom prst="rect">
            <a:avLst/>
          </a:prstGeom>
          <a:noFill/>
          <a:ln>
            <a:noFill/>
          </a:ln>
        </p:spPr>
      </p:sp>
      <p:sp>
        <p:nvSpPr>
          <p:cNvPr id="379" name="Google Shape;379;p46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80" name="Google Shape;380;p46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1" name="Google Shape;381;p46"/>
          <p:cNvSpPr/>
          <p:nvPr/>
        </p:nvSpPr>
        <p:spPr>
          <a:xfrm>
            <a:off x="365550" y="363450"/>
            <a:ext cx="8412900" cy="4416600"/>
          </a:xfrm>
          <a:prstGeom prst="snip2DiagRect">
            <a:avLst>
              <a:gd fmla="val 0" name="adj1"/>
              <a:gd fmla="val 20836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TITLE_AND_TWO_COLUMNS_1_2_1_2">
    <p:bg>
      <p:bgPr>
        <a:solidFill>
          <a:schemeClr val="lt1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7"/>
          <p:cNvSpPr/>
          <p:nvPr/>
        </p:nvSpPr>
        <p:spPr>
          <a:xfrm>
            <a:off x="365500" y="363600"/>
            <a:ext cx="8412900" cy="4416600"/>
          </a:xfrm>
          <a:prstGeom prst="snip1Rect">
            <a:avLst>
              <a:gd fmla="val 2075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84" name="Google Shape;384;p47"/>
          <p:cNvSpPr/>
          <p:nvPr/>
        </p:nvSpPr>
        <p:spPr>
          <a:xfrm rot="10800000">
            <a:off x="8018550" y="363450"/>
            <a:ext cx="759900" cy="773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85" name="Google Shape;385;p47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6" name="Google Shape;386;p47"/>
          <p:cNvSpPr txBox="1"/>
          <p:nvPr>
            <p:ph type="title"/>
          </p:nvPr>
        </p:nvSpPr>
        <p:spPr>
          <a:xfrm>
            <a:off x="365625" y="384301"/>
            <a:ext cx="84126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hakra Petch Medium"/>
              <a:buNone/>
              <a:defRPr sz="4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hakra Petch Medium"/>
              <a:buNone/>
              <a:defRPr sz="4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hakra Petch Medium"/>
              <a:buNone/>
              <a:defRPr sz="4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hakra Petch Medium"/>
              <a:buNone/>
              <a:defRPr sz="4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hakra Petch Medium"/>
              <a:buNone/>
              <a:defRPr sz="4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hakra Petch Medium"/>
              <a:buNone/>
              <a:defRPr sz="4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hakra Petch Medium"/>
              <a:buNone/>
              <a:defRPr sz="4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hakra Petch Medium"/>
              <a:buNone/>
              <a:defRPr sz="4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7" name="Google Shape;387;p47"/>
          <p:cNvSpPr/>
          <p:nvPr>
            <p:ph idx="2" type="pic"/>
          </p:nvPr>
        </p:nvSpPr>
        <p:spPr>
          <a:xfrm rot="10800000">
            <a:off x="470275" y="3608750"/>
            <a:ext cx="2618700" cy="10581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47"/>
          <p:cNvSpPr/>
          <p:nvPr>
            <p:ph idx="3" type="pic"/>
          </p:nvPr>
        </p:nvSpPr>
        <p:spPr>
          <a:xfrm rot="10800000">
            <a:off x="3262575" y="3608750"/>
            <a:ext cx="2618700" cy="1058100"/>
          </a:xfrm>
          <a:prstGeom prst="rect">
            <a:avLst/>
          </a:prstGeom>
          <a:noFill/>
          <a:ln>
            <a:noFill/>
          </a:ln>
        </p:spPr>
      </p:sp>
      <p:sp>
        <p:nvSpPr>
          <p:cNvPr id="389" name="Google Shape;389;p47"/>
          <p:cNvSpPr/>
          <p:nvPr>
            <p:ph idx="4" type="pic"/>
          </p:nvPr>
        </p:nvSpPr>
        <p:spPr>
          <a:xfrm rot="10800000">
            <a:off x="6054875" y="3608750"/>
            <a:ext cx="2618700" cy="1058100"/>
          </a:xfrm>
          <a:prstGeom prst="rect">
            <a:avLst/>
          </a:prstGeom>
          <a:noFill/>
          <a:ln>
            <a:noFill/>
          </a:ln>
        </p:spPr>
      </p:sp>
      <p:sp>
        <p:nvSpPr>
          <p:cNvPr id="390" name="Google Shape;390;p47"/>
          <p:cNvSpPr/>
          <p:nvPr>
            <p:ph idx="5" type="pic"/>
          </p:nvPr>
        </p:nvSpPr>
        <p:spPr>
          <a:xfrm rot="10800000">
            <a:off x="470275" y="2449575"/>
            <a:ext cx="2618700" cy="1058100"/>
          </a:xfrm>
          <a:prstGeom prst="rect">
            <a:avLst/>
          </a:prstGeom>
          <a:noFill/>
          <a:ln>
            <a:noFill/>
          </a:ln>
        </p:spPr>
      </p:sp>
      <p:sp>
        <p:nvSpPr>
          <p:cNvPr id="391" name="Google Shape;391;p47"/>
          <p:cNvSpPr/>
          <p:nvPr>
            <p:ph idx="6" type="pic"/>
          </p:nvPr>
        </p:nvSpPr>
        <p:spPr>
          <a:xfrm rot="10800000">
            <a:off x="3262575" y="2449575"/>
            <a:ext cx="2618700" cy="1058100"/>
          </a:xfrm>
          <a:prstGeom prst="rect">
            <a:avLst/>
          </a:prstGeom>
          <a:noFill/>
          <a:ln>
            <a:noFill/>
          </a:ln>
        </p:spPr>
      </p:sp>
      <p:sp>
        <p:nvSpPr>
          <p:cNvPr id="392" name="Google Shape;392;p47"/>
          <p:cNvSpPr/>
          <p:nvPr>
            <p:ph idx="7" type="pic"/>
          </p:nvPr>
        </p:nvSpPr>
        <p:spPr>
          <a:xfrm rot="10800000">
            <a:off x="6054875" y="2449575"/>
            <a:ext cx="2618700" cy="1058100"/>
          </a:xfrm>
          <a:prstGeom prst="rect">
            <a:avLst/>
          </a:prstGeom>
          <a:noFill/>
          <a:ln>
            <a:noFill/>
          </a:ln>
        </p:spPr>
      </p:sp>
      <p:sp>
        <p:nvSpPr>
          <p:cNvPr id="393" name="Google Shape;393;p47"/>
          <p:cNvSpPr/>
          <p:nvPr>
            <p:ph idx="8" type="pic"/>
          </p:nvPr>
        </p:nvSpPr>
        <p:spPr>
          <a:xfrm rot="10800000">
            <a:off x="470275" y="1290401"/>
            <a:ext cx="2618700" cy="1058100"/>
          </a:xfrm>
          <a:prstGeom prst="rect">
            <a:avLst/>
          </a:prstGeom>
          <a:noFill/>
          <a:ln>
            <a:noFill/>
          </a:ln>
        </p:spPr>
      </p:sp>
      <p:sp>
        <p:nvSpPr>
          <p:cNvPr id="394" name="Google Shape;394;p47"/>
          <p:cNvSpPr/>
          <p:nvPr>
            <p:ph idx="9" type="pic"/>
          </p:nvPr>
        </p:nvSpPr>
        <p:spPr>
          <a:xfrm rot="10800000">
            <a:off x="3262575" y="1290401"/>
            <a:ext cx="2618700" cy="1058100"/>
          </a:xfrm>
          <a:prstGeom prst="rect">
            <a:avLst/>
          </a:prstGeom>
          <a:noFill/>
          <a:ln>
            <a:noFill/>
          </a:ln>
        </p:spPr>
      </p:sp>
      <p:sp>
        <p:nvSpPr>
          <p:cNvPr id="395" name="Google Shape;395;p47"/>
          <p:cNvSpPr/>
          <p:nvPr>
            <p:ph idx="13" type="pic"/>
          </p:nvPr>
        </p:nvSpPr>
        <p:spPr>
          <a:xfrm rot="10800000">
            <a:off x="6054875" y="1290401"/>
            <a:ext cx="2618700" cy="1058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theme" Target="../theme/theme1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65625" y="947373"/>
            <a:ext cx="8412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hakra Petch Medium"/>
              <a:buNone/>
              <a:defRPr sz="5000">
                <a:solidFill>
                  <a:schemeClr val="lt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hakra Petch Medium"/>
              <a:buNone/>
              <a:defRPr sz="5000">
                <a:solidFill>
                  <a:schemeClr val="lt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hakra Petch Medium"/>
              <a:buNone/>
              <a:defRPr sz="5000">
                <a:solidFill>
                  <a:schemeClr val="lt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hakra Petch Medium"/>
              <a:buNone/>
              <a:defRPr sz="5000">
                <a:solidFill>
                  <a:schemeClr val="lt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hakra Petch Medium"/>
              <a:buNone/>
              <a:defRPr sz="5000">
                <a:solidFill>
                  <a:schemeClr val="lt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hakra Petch Medium"/>
              <a:buNone/>
              <a:defRPr sz="5000">
                <a:solidFill>
                  <a:schemeClr val="lt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hakra Petch Medium"/>
              <a:buNone/>
              <a:defRPr sz="5000">
                <a:solidFill>
                  <a:schemeClr val="lt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hakra Petch Medium"/>
              <a:buNone/>
              <a:defRPr sz="5000">
                <a:solidFill>
                  <a:schemeClr val="lt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hakra Petch Medium"/>
              <a:buNone/>
              <a:defRPr sz="5000">
                <a:solidFill>
                  <a:schemeClr val="lt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78863" y="2519283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7350" lvl="0" marL="457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DM Sans"/>
              <a:buChar char="●"/>
              <a:defRPr sz="2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8735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DM Sans"/>
              <a:buChar char="○"/>
              <a:defRPr sz="2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873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DM Sans"/>
              <a:buChar char="■"/>
              <a:defRPr sz="2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8735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DM Sans"/>
              <a:buChar char="●"/>
              <a:defRPr sz="2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873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DM Sans"/>
              <a:buChar char="○"/>
              <a:defRPr sz="2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8735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DM Sans"/>
              <a:buChar char="■"/>
              <a:defRPr sz="2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873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DM Sans"/>
              <a:buChar char="●"/>
              <a:defRPr sz="2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8735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DM Sans"/>
              <a:buChar char="○"/>
              <a:defRPr sz="2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873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DM Sans"/>
              <a:buChar char="■"/>
              <a:defRPr sz="2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8"/>
          <p:cNvSpPr txBox="1"/>
          <p:nvPr>
            <p:ph type="ctrTitle"/>
          </p:nvPr>
        </p:nvSpPr>
        <p:spPr>
          <a:xfrm>
            <a:off x="888725" y="1038150"/>
            <a:ext cx="8029800" cy="30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0"/>
              <a:t>A Journey From </a:t>
            </a:r>
            <a:r>
              <a:rPr lang="en" sz="5600">
                <a:solidFill>
                  <a:schemeClr val="accent2"/>
                </a:solidFill>
              </a:rPr>
              <a:t>Microservice</a:t>
            </a:r>
            <a:r>
              <a:rPr lang="en" sz="5600"/>
              <a:t> Adoption To </a:t>
            </a:r>
            <a:r>
              <a:rPr lang="en" sz="5600">
                <a:solidFill>
                  <a:schemeClr val="accent5"/>
                </a:solidFill>
              </a:rPr>
              <a:t>Production-grade</a:t>
            </a:r>
            <a:r>
              <a:rPr lang="en" sz="5600"/>
              <a:t> </a:t>
            </a:r>
            <a:r>
              <a:rPr lang="en" sz="5600">
                <a:solidFill>
                  <a:schemeClr val="accent6"/>
                </a:solidFill>
              </a:rPr>
              <a:t>Expertise</a:t>
            </a:r>
            <a:endParaRPr sz="5600">
              <a:solidFill>
                <a:schemeClr val="accent6"/>
              </a:solidFill>
            </a:endParaRPr>
          </a:p>
        </p:txBody>
      </p:sp>
      <p:sp>
        <p:nvSpPr>
          <p:cNvPr id="401" name="Google Shape;401;p48"/>
          <p:cNvSpPr txBox="1"/>
          <p:nvPr>
            <p:ph idx="1" type="subTitle"/>
          </p:nvPr>
        </p:nvSpPr>
        <p:spPr>
          <a:xfrm>
            <a:off x="4231200" y="4137750"/>
            <a:ext cx="3586200" cy="4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-"/>
            </a:pPr>
            <a:r>
              <a:rPr lang="en"/>
              <a:t>Amjad Hossain</a:t>
            </a:r>
            <a:endParaRPr/>
          </a:p>
        </p:txBody>
      </p:sp>
      <p:sp>
        <p:nvSpPr>
          <p:cNvPr id="402" name="Google Shape;402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9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8" name="Google Shape;408;p49"/>
          <p:cNvSpPr txBox="1"/>
          <p:nvPr>
            <p:ph type="title"/>
          </p:nvPr>
        </p:nvSpPr>
        <p:spPr>
          <a:xfrm>
            <a:off x="365625" y="363450"/>
            <a:ext cx="8412600" cy="8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/>
              <a:t>Why am I here ???</a:t>
            </a:r>
            <a:endParaRPr sz="5400"/>
          </a:p>
        </p:txBody>
      </p:sp>
      <p:sp>
        <p:nvSpPr>
          <p:cNvPr id="409" name="Google Shape;409;p49"/>
          <p:cNvSpPr txBox="1"/>
          <p:nvPr>
            <p:ph idx="3" type="body"/>
          </p:nvPr>
        </p:nvSpPr>
        <p:spPr>
          <a:xfrm>
            <a:off x="478875" y="2398624"/>
            <a:ext cx="8190300" cy="20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No !</a:t>
            </a:r>
            <a:br>
              <a:rPr b="1" lang="en" sz="2300"/>
            </a:br>
            <a:br>
              <a:rPr lang="en" sz="2300"/>
            </a:br>
            <a:endParaRPr sz="2300"/>
          </a:p>
        </p:txBody>
      </p:sp>
      <p:sp>
        <p:nvSpPr>
          <p:cNvPr id="410" name="Google Shape;410;p49"/>
          <p:cNvSpPr txBox="1"/>
          <p:nvPr>
            <p:ph idx="4" type="subTitle"/>
          </p:nvPr>
        </p:nvSpPr>
        <p:spPr>
          <a:xfrm>
            <a:off x="478875" y="1565074"/>
            <a:ext cx="58758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To teach?</a:t>
            </a:r>
            <a:endParaRPr sz="3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0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6" name="Google Shape;416;p50"/>
          <p:cNvSpPr txBox="1"/>
          <p:nvPr>
            <p:ph type="title"/>
          </p:nvPr>
        </p:nvSpPr>
        <p:spPr>
          <a:xfrm>
            <a:off x="365625" y="363450"/>
            <a:ext cx="8412600" cy="8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/>
              <a:t>Why am I here ???</a:t>
            </a:r>
            <a:endParaRPr sz="5400"/>
          </a:p>
        </p:txBody>
      </p:sp>
      <p:sp>
        <p:nvSpPr>
          <p:cNvPr id="417" name="Google Shape;417;p50"/>
          <p:cNvSpPr txBox="1"/>
          <p:nvPr>
            <p:ph idx="3" type="body"/>
          </p:nvPr>
        </p:nvSpPr>
        <p:spPr>
          <a:xfrm>
            <a:off x="478875" y="2398624"/>
            <a:ext cx="8190300" cy="20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No !</a:t>
            </a:r>
            <a:br>
              <a:rPr b="1" lang="en" sz="2300"/>
            </a:br>
            <a:br>
              <a:rPr lang="en" sz="2300"/>
            </a:br>
            <a:r>
              <a:rPr b="1" lang="en" sz="2300"/>
              <a:t>I’m here to share </a:t>
            </a:r>
            <a:r>
              <a:rPr b="1" lang="en" sz="3500"/>
              <a:t>my experiences</a:t>
            </a:r>
            <a:r>
              <a:rPr b="1" lang="en" sz="2300"/>
              <a:t> that might sound similar to your </a:t>
            </a:r>
            <a:r>
              <a:rPr b="1" lang="en" sz="2300">
                <a:solidFill>
                  <a:srgbClr val="E88570"/>
                </a:solidFill>
              </a:rPr>
              <a:t>upcoming journey</a:t>
            </a:r>
            <a:r>
              <a:rPr b="1" lang="en" sz="2300"/>
              <a:t>.</a:t>
            </a:r>
            <a:br>
              <a:rPr lang="en" sz="2300"/>
            </a:br>
            <a:endParaRPr sz="2300"/>
          </a:p>
        </p:txBody>
      </p:sp>
      <p:sp>
        <p:nvSpPr>
          <p:cNvPr id="418" name="Google Shape;418;p50"/>
          <p:cNvSpPr txBox="1"/>
          <p:nvPr>
            <p:ph idx="4" type="subTitle"/>
          </p:nvPr>
        </p:nvSpPr>
        <p:spPr>
          <a:xfrm>
            <a:off x="478875" y="1565074"/>
            <a:ext cx="58758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To teach?</a:t>
            </a:r>
            <a:endParaRPr sz="3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51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4" name="Google Shape;424;p51"/>
          <p:cNvSpPr txBox="1"/>
          <p:nvPr>
            <p:ph idx="4" type="body"/>
          </p:nvPr>
        </p:nvSpPr>
        <p:spPr>
          <a:xfrm>
            <a:off x="3242175" y="2398650"/>
            <a:ext cx="5427600" cy="9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lang="en"/>
              <a:t>Iridium</a:t>
            </a:r>
            <a:r>
              <a:rPr lang="en"/>
              <a:t> </a:t>
            </a:r>
            <a:r>
              <a:rPr lang="en"/>
              <a:t>Satellite</a:t>
            </a:r>
            <a:r>
              <a:rPr lang="en"/>
              <a:t> based </a:t>
            </a:r>
            <a:r>
              <a:rPr lang="en"/>
              <a:t>embedded</a:t>
            </a:r>
            <a:r>
              <a:rPr lang="en"/>
              <a:t> communication system for Aircrafts</a:t>
            </a:r>
            <a:endParaRPr/>
          </a:p>
        </p:txBody>
      </p:sp>
      <p:sp>
        <p:nvSpPr>
          <p:cNvPr id="425" name="Google Shape;425;p51"/>
          <p:cNvSpPr txBox="1"/>
          <p:nvPr>
            <p:ph type="title"/>
          </p:nvPr>
        </p:nvSpPr>
        <p:spPr>
          <a:xfrm>
            <a:off x="365625" y="363450"/>
            <a:ext cx="84126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 experiences… …</a:t>
            </a:r>
            <a:endParaRPr/>
          </a:p>
        </p:txBody>
      </p:sp>
      <p:sp>
        <p:nvSpPr>
          <p:cNvPr id="426" name="Google Shape;426;p51"/>
          <p:cNvSpPr txBox="1"/>
          <p:nvPr>
            <p:ph idx="5" type="subTitle"/>
          </p:nvPr>
        </p:nvSpPr>
        <p:spPr>
          <a:xfrm>
            <a:off x="3242148" y="1785900"/>
            <a:ext cx="27978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Brotecs Technology Ltd</a:t>
            </a:r>
            <a:endParaRPr/>
          </a:p>
        </p:txBody>
      </p:sp>
      <p:pic>
        <p:nvPicPr>
          <p:cNvPr id="427" name="Google Shape;427;p51" title="brotecs_technologies_limited_logo.jpg"/>
          <p:cNvPicPr preferRelativeResize="0"/>
          <p:nvPr/>
        </p:nvPicPr>
        <p:blipFill rotWithShape="1">
          <a:blip r:embed="rId3">
            <a:alphaModFix/>
          </a:blip>
          <a:srcRect b="0" l="3130" r="3139" t="0"/>
          <a:stretch/>
        </p:blipFill>
        <p:spPr>
          <a:xfrm>
            <a:off x="474125" y="1834225"/>
            <a:ext cx="2659800" cy="283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2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3" name="Google Shape;433;p52"/>
          <p:cNvSpPr txBox="1"/>
          <p:nvPr>
            <p:ph idx="4" type="body"/>
          </p:nvPr>
        </p:nvSpPr>
        <p:spPr>
          <a:xfrm>
            <a:off x="3242175" y="2398650"/>
            <a:ext cx="5427600" cy="22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Different architectures (N-Layer. Onion, Monolith, Micro-service )</a:t>
            </a:r>
            <a:br>
              <a:rPr lang="en"/>
            </a:b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Different Techstacks (Spring boot, Django, AngularJS, .NET)</a:t>
            </a:r>
            <a:br>
              <a:rPr lang="en"/>
            </a:b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Mentored and guided by an </a:t>
            </a:r>
            <a:r>
              <a:rPr b="1" lang="en"/>
              <a:t>industry veteran</a:t>
            </a:r>
            <a:endParaRPr b="1"/>
          </a:p>
        </p:txBody>
      </p:sp>
      <p:sp>
        <p:nvSpPr>
          <p:cNvPr id="434" name="Google Shape;434;p52"/>
          <p:cNvSpPr txBox="1"/>
          <p:nvPr>
            <p:ph type="title"/>
          </p:nvPr>
        </p:nvSpPr>
        <p:spPr>
          <a:xfrm>
            <a:off x="365625" y="363450"/>
            <a:ext cx="84126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 experiences… …</a:t>
            </a:r>
            <a:endParaRPr/>
          </a:p>
        </p:txBody>
      </p:sp>
      <p:sp>
        <p:nvSpPr>
          <p:cNvPr id="435" name="Google Shape;435;p52"/>
          <p:cNvSpPr txBox="1"/>
          <p:nvPr>
            <p:ph idx="5" type="subTitle"/>
          </p:nvPr>
        </p:nvSpPr>
        <p:spPr>
          <a:xfrm>
            <a:off x="3242151" y="1785900"/>
            <a:ext cx="44259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Chakra Petch"/>
                <a:ea typeface="Chakra Petch"/>
                <a:cs typeface="Chakra Petch"/>
                <a:sym typeface="Chakra Petch"/>
              </a:rPr>
              <a:t>Se</a:t>
            </a:r>
            <a:r>
              <a:rPr lang="en"/>
              <a:t>cure </a:t>
            </a:r>
            <a:r>
              <a:rPr b="1" lang="en" sz="1700">
                <a:latin typeface="Chakra Petch"/>
                <a:ea typeface="Chakra Petch"/>
                <a:cs typeface="Chakra Petch"/>
                <a:sym typeface="Chakra Petch"/>
              </a:rPr>
              <a:t>Li</a:t>
            </a:r>
            <a:r>
              <a:rPr lang="en"/>
              <a:t>nk </a:t>
            </a:r>
            <a:r>
              <a:rPr b="1" lang="en" sz="1600">
                <a:latin typeface="Chakra Petch"/>
                <a:ea typeface="Chakra Petch"/>
                <a:cs typeface="Chakra Petch"/>
                <a:sym typeface="Chakra Petch"/>
              </a:rPr>
              <a:t>S</a:t>
            </a:r>
            <a:r>
              <a:rPr b="1" lang="en" sz="1700">
                <a:latin typeface="Chakra Petch"/>
                <a:ea typeface="Chakra Petch"/>
                <a:cs typeface="Chakra Petch"/>
                <a:sym typeface="Chakra Petch"/>
              </a:rPr>
              <a:t>e</a:t>
            </a:r>
            <a:r>
              <a:rPr lang="en"/>
              <a:t>rvices Ltd (</a:t>
            </a:r>
            <a:r>
              <a:rPr b="1" lang="en">
                <a:latin typeface="Chakra Petch"/>
                <a:ea typeface="Chakra Petch"/>
                <a:cs typeface="Chakra Petch"/>
                <a:sym typeface="Chakra Petch"/>
              </a:rPr>
              <a:t>SELISE</a:t>
            </a:r>
            <a:r>
              <a:rPr lang="en"/>
              <a:t>)</a:t>
            </a:r>
            <a:endParaRPr/>
          </a:p>
        </p:txBody>
      </p:sp>
      <p:pic>
        <p:nvPicPr>
          <p:cNvPr id="436" name="Google Shape;436;p52" title="SELISE.png"/>
          <p:cNvPicPr preferRelativeResize="0"/>
          <p:nvPr/>
        </p:nvPicPr>
        <p:blipFill rotWithShape="1">
          <a:blip r:embed="rId3">
            <a:alphaModFix/>
          </a:blip>
          <a:srcRect b="0" l="-1409" r="0" t="0"/>
          <a:stretch/>
        </p:blipFill>
        <p:spPr>
          <a:xfrm>
            <a:off x="474125" y="1834225"/>
            <a:ext cx="2659800" cy="283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3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2" name="Google Shape;442;p53"/>
          <p:cNvSpPr txBox="1"/>
          <p:nvPr>
            <p:ph idx="4" type="body"/>
          </p:nvPr>
        </p:nvSpPr>
        <p:spPr>
          <a:xfrm>
            <a:off x="3242175" y="2398650"/>
            <a:ext cx="5427600" cy="22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Microservice</a:t>
            </a:r>
            <a:r>
              <a:rPr lang="en"/>
              <a:t> and Event-driven architecture</a:t>
            </a:r>
            <a:br>
              <a:rPr lang="en"/>
            </a:b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A migration from Monolith to Microservice architecture</a:t>
            </a:r>
            <a:br>
              <a:rPr lang="en"/>
            </a:b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Mentored and guided by an </a:t>
            </a:r>
            <a:r>
              <a:rPr b="1" lang="en"/>
              <a:t>ex-microsoft engineer with 12+ YoE</a:t>
            </a:r>
            <a:endParaRPr b="1"/>
          </a:p>
        </p:txBody>
      </p:sp>
      <p:sp>
        <p:nvSpPr>
          <p:cNvPr id="443" name="Google Shape;443;p53"/>
          <p:cNvSpPr txBox="1"/>
          <p:nvPr>
            <p:ph type="title"/>
          </p:nvPr>
        </p:nvSpPr>
        <p:spPr>
          <a:xfrm>
            <a:off x="365625" y="363450"/>
            <a:ext cx="84126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 experiences… …</a:t>
            </a:r>
            <a:endParaRPr/>
          </a:p>
        </p:txBody>
      </p:sp>
      <p:sp>
        <p:nvSpPr>
          <p:cNvPr id="444" name="Google Shape;444;p53"/>
          <p:cNvSpPr txBox="1"/>
          <p:nvPr>
            <p:ph idx="5" type="subTitle"/>
          </p:nvPr>
        </p:nvSpPr>
        <p:spPr>
          <a:xfrm>
            <a:off x="3242151" y="1785900"/>
            <a:ext cx="44259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Chakra Petch"/>
                <a:ea typeface="Chakra Petch"/>
                <a:cs typeface="Chakra Petch"/>
                <a:sym typeface="Chakra Petch"/>
              </a:rPr>
              <a:t>Shohoj Limited (shohoz)</a:t>
            </a:r>
            <a:endParaRPr/>
          </a:p>
        </p:txBody>
      </p:sp>
      <p:pic>
        <p:nvPicPr>
          <p:cNvPr id="445" name="Google Shape;445;p53" title="shohoj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4125" y="1834225"/>
            <a:ext cx="2659800" cy="283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4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1" name="Google Shape;451;p54"/>
          <p:cNvSpPr txBox="1"/>
          <p:nvPr>
            <p:ph idx="4" type="body"/>
          </p:nvPr>
        </p:nvSpPr>
        <p:spPr>
          <a:xfrm>
            <a:off x="3242175" y="2398650"/>
            <a:ext cx="5427600" cy="22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Microservice with Hexagonal architecture</a:t>
            </a:r>
            <a:br>
              <a:rPr lang="en"/>
            </a:b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Blockchain technology based systems</a:t>
            </a:r>
            <a:br>
              <a:rPr lang="en"/>
            </a:b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Mentored and guided by an </a:t>
            </a:r>
            <a:r>
              <a:rPr b="1" lang="en"/>
              <a:t>ex-microsoft engineer with 12+ YoE</a:t>
            </a:r>
            <a:endParaRPr b="1"/>
          </a:p>
        </p:txBody>
      </p:sp>
      <p:sp>
        <p:nvSpPr>
          <p:cNvPr id="452" name="Google Shape;452;p54"/>
          <p:cNvSpPr txBox="1"/>
          <p:nvPr>
            <p:ph type="title"/>
          </p:nvPr>
        </p:nvSpPr>
        <p:spPr>
          <a:xfrm>
            <a:off x="365625" y="363450"/>
            <a:ext cx="84126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 experiences… …</a:t>
            </a:r>
            <a:endParaRPr/>
          </a:p>
        </p:txBody>
      </p:sp>
      <p:sp>
        <p:nvSpPr>
          <p:cNvPr id="453" name="Google Shape;453;p54"/>
          <p:cNvSpPr txBox="1"/>
          <p:nvPr>
            <p:ph idx="5" type="subTitle"/>
          </p:nvPr>
        </p:nvSpPr>
        <p:spPr>
          <a:xfrm>
            <a:off x="3242151" y="1785900"/>
            <a:ext cx="44259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Chakra Petch"/>
                <a:ea typeface="Chakra Petch"/>
                <a:cs typeface="Chakra Petch"/>
                <a:sym typeface="Chakra Petch"/>
              </a:rPr>
              <a:t>LiquidX Studio</a:t>
            </a:r>
            <a:endParaRPr/>
          </a:p>
        </p:txBody>
      </p:sp>
      <p:pic>
        <p:nvPicPr>
          <p:cNvPr id="454" name="Google Shape;454;p54" title="liquidX-L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4125" y="1834225"/>
            <a:ext cx="2659800" cy="283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5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0" name="Google Shape;460;p55"/>
          <p:cNvSpPr txBox="1"/>
          <p:nvPr>
            <p:ph idx="4" type="body"/>
          </p:nvPr>
        </p:nvSpPr>
        <p:spPr>
          <a:xfrm>
            <a:off x="3242175" y="2398650"/>
            <a:ext cx="5427600" cy="22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Monolith Architecture with a deprecated techstack in </a:t>
            </a:r>
            <a:r>
              <a:rPr b="1" lang="en"/>
              <a:t>V1</a:t>
            </a:r>
            <a:br>
              <a:rPr lang="en"/>
            </a:b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Microservice and Event-driven architecture in </a:t>
            </a:r>
            <a:r>
              <a:rPr b="1" lang="en"/>
              <a:t>V2</a:t>
            </a:r>
            <a:br>
              <a:rPr lang="en"/>
            </a:b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A slow migrational journey from </a:t>
            </a:r>
            <a:r>
              <a:rPr b="1" lang="en"/>
              <a:t>V1</a:t>
            </a:r>
            <a:r>
              <a:rPr lang="en"/>
              <a:t> to </a:t>
            </a:r>
            <a:r>
              <a:rPr b="1" lang="en"/>
              <a:t>V2</a:t>
            </a:r>
            <a:endParaRPr b="1"/>
          </a:p>
        </p:txBody>
      </p:sp>
      <p:sp>
        <p:nvSpPr>
          <p:cNvPr id="461" name="Google Shape;461;p55"/>
          <p:cNvSpPr txBox="1"/>
          <p:nvPr>
            <p:ph type="title"/>
          </p:nvPr>
        </p:nvSpPr>
        <p:spPr>
          <a:xfrm>
            <a:off x="365625" y="363450"/>
            <a:ext cx="84126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 experiences… …</a:t>
            </a:r>
            <a:endParaRPr/>
          </a:p>
        </p:txBody>
      </p:sp>
      <p:sp>
        <p:nvSpPr>
          <p:cNvPr id="462" name="Google Shape;462;p55"/>
          <p:cNvSpPr txBox="1"/>
          <p:nvPr>
            <p:ph idx="5" type="subTitle"/>
          </p:nvPr>
        </p:nvSpPr>
        <p:spPr>
          <a:xfrm>
            <a:off x="3242151" y="1785900"/>
            <a:ext cx="44259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Chakra Petch"/>
                <a:ea typeface="Chakra Petch"/>
                <a:cs typeface="Chakra Petch"/>
                <a:sym typeface="Chakra Petch"/>
              </a:rPr>
              <a:t>Axi Traders</a:t>
            </a:r>
            <a:endParaRPr/>
          </a:p>
        </p:txBody>
      </p:sp>
      <p:pic>
        <p:nvPicPr>
          <p:cNvPr id="463" name="Google Shape;463;p55" title="axi.png"/>
          <p:cNvPicPr preferRelativeResize="0"/>
          <p:nvPr/>
        </p:nvPicPr>
        <p:blipFill rotWithShape="1">
          <a:blip r:embed="rId3">
            <a:alphaModFix/>
          </a:blip>
          <a:srcRect b="0" l="3130" r="3139" t="0"/>
          <a:stretch/>
        </p:blipFill>
        <p:spPr>
          <a:xfrm>
            <a:off x="474125" y="1834225"/>
            <a:ext cx="2659800" cy="283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6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9" name="Google Shape;469;p56"/>
          <p:cNvSpPr txBox="1"/>
          <p:nvPr>
            <p:ph type="title"/>
          </p:nvPr>
        </p:nvSpPr>
        <p:spPr>
          <a:xfrm>
            <a:off x="365625" y="363450"/>
            <a:ext cx="84126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Engineering Mindset</a:t>
            </a:r>
            <a:endParaRPr/>
          </a:p>
        </p:txBody>
      </p:sp>
      <p:sp>
        <p:nvSpPr>
          <p:cNvPr id="470" name="Google Shape;470;p56"/>
          <p:cNvSpPr txBox="1"/>
          <p:nvPr>
            <p:ph idx="3" type="body"/>
          </p:nvPr>
        </p:nvSpPr>
        <p:spPr>
          <a:xfrm>
            <a:off x="1022850" y="1693125"/>
            <a:ext cx="76443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“Just make it work”</a:t>
            </a:r>
            <a:endParaRPr b="1"/>
          </a:p>
        </p:txBody>
      </p:sp>
      <p:sp>
        <p:nvSpPr>
          <p:cNvPr id="471" name="Google Shape;471;p56"/>
          <p:cNvSpPr txBox="1"/>
          <p:nvPr/>
        </p:nvSpPr>
        <p:spPr>
          <a:xfrm>
            <a:off x="375925" y="1785907"/>
            <a:ext cx="5958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rPr>
              <a:t>01.</a:t>
            </a:r>
            <a:endParaRPr sz="1500">
              <a:solidFill>
                <a:schemeClr val="dk1"/>
              </a:solidFill>
              <a:latin typeface="Chakra Petch SemiBold"/>
              <a:ea typeface="Chakra Petch SemiBold"/>
              <a:cs typeface="Chakra Petch SemiBold"/>
              <a:sym typeface="Chakra Petch SemiBold"/>
            </a:endParaRPr>
          </a:p>
        </p:txBody>
      </p:sp>
      <p:sp>
        <p:nvSpPr>
          <p:cNvPr id="472" name="Google Shape;472;p56"/>
          <p:cNvSpPr txBox="1"/>
          <p:nvPr/>
        </p:nvSpPr>
        <p:spPr>
          <a:xfrm>
            <a:off x="375925" y="2399963"/>
            <a:ext cx="5958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rPr>
              <a:t>02.</a:t>
            </a:r>
            <a:endParaRPr sz="1500">
              <a:solidFill>
                <a:schemeClr val="dk1"/>
              </a:solidFill>
              <a:latin typeface="Chakra Petch SemiBold"/>
              <a:ea typeface="Chakra Petch SemiBold"/>
              <a:cs typeface="Chakra Petch SemiBold"/>
              <a:sym typeface="Chakra Petch SemiBold"/>
            </a:endParaRPr>
          </a:p>
        </p:txBody>
      </p:sp>
      <p:sp>
        <p:nvSpPr>
          <p:cNvPr id="473" name="Google Shape;473;p56"/>
          <p:cNvSpPr txBox="1"/>
          <p:nvPr/>
        </p:nvSpPr>
        <p:spPr>
          <a:xfrm>
            <a:off x="375925" y="3014018"/>
            <a:ext cx="5958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rPr>
              <a:t>03.</a:t>
            </a:r>
            <a:endParaRPr sz="1500">
              <a:solidFill>
                <a:schemeClr val="dk1"/>
              </a:solidFill>
              <a:latin typeface="Chakra Petch SemiBold"/>
              <a:ea typeface="Chakra Petch SemiBold"/>
              <a:cs typeface="Chakra Petch SemiBold"/>
              <a:sym typeface="Chakra Petch SemiBold"/>
            </a:endParaRPr>
          </a:p>
        </p:txBody>
      </p:sp>
      <p:sp>
        <p:nvSpPr>
          <p:cNvPr id="474" name="Google Shape;474;p56"/>
          <p:cNvSpPr txBox="1"/>
          <p:nvPr/>
        </p:nvSpPr>
        <p:spPr>
          <a:xfrm>
            <a:off x="375925" y="3628074"/>
            <a:ext cx="5958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rPr>
              <a:t>04.</a:t>
            </a:r>
            <a:endParaRPr sz="1500">
              <a:solidFill>
                <a:schemeClr val="dk1"/>
              </a:solidFill>
              <a:latin typeface="Chakra Petch SemiBold"/>
              <a:ea typeface="Chakra Petch SemiBold"/>
              <a:cs typeface="Chakra Petch SemiBold"/>
              <a:sym typeface="Chakra Petch SemiBold"/>
            </a:endParaRPr>
          </a:p>
        </p:txBody>
      </p:sp>
      <p:sp>
        <p:nvSpPr>
          <p:cNvPr id="475" name="Google Shape;475;p56"/>
          <p:cNvSpPr txBox="1"/>
          <p:nvPr/>
        </p:nvSpPr>
        <p:spPr>
          <a:xfrm>
            <a:off x="375925" y="4242129"/>
            <a:ext cx="5958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rPr>
              <a:t>05.</a:t>
            </a:r>
            <a:endParaRPr sz="1500">
              <a:solidFill>
                <a:schemeClr val="dk1"/>
              </a:solidFill>
              <a:latin typeface="Chakra Petch SemiBold"/>
              <a:ea typeface="Chakra Petch SemiBold"/>
              <a:cs typeface="Chakra Petch SemiBold"/>
              <a:sym typeface="Chakra Petch Semi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57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1" name="Google Shape;481;p57"/>
          <p:cNvSpPr txBox="1"/>
          <p:nvPr>
            <p:ph type="title"/>
          </p:nvPr>
        </p:nvSpPr>
        <p:spPr>
          <a:xfrm>
            <a:off x="365625" y="363450"/>
            <a:ext cx="84126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Engineering Mindset</a:t>
            </a:r>
            <a:endParaRPr/>
          </a:p>
        </p:txBody>
      </p:sp>
      <p:sp>
        <p:nvSpPr>
          <p:cNvPr id="482" name="Google Shape;482;p57"/>
          <p:cNvSpPr txBox="1"/>
          <p:nvPr>
            <p:ph idx="3" type="body"/>
          </p:nvPr>
        </p:nvSpPr>
        <p:spPr>
          <a:xfrm>
            <a:off x="1022850" y="1693125"/>
            <a:ext cx="76443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“Just make it work”</a:t>
            </a:r>
            <a:endParaRPr/>
          </a:p>
        </p:txBody>
      </p:sp>
      <p:sp>
        <p:nvSpPr>
          <p:cNvPr id="483" name="Google Shape;483;p57"/>
          <p:cNvSpPr txBox="1"/>
          <p:nvPr>
            <p:ph idx="4" type="body"/>
          </p:nvPr>
        </p:nvSpPr>
        <p:spPr>
          <a:xfrm>
            <a:off x="1022850" y="2307163"/>
            <a:ext cx="76443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“We’ll refactor later”</a:t>
            </a:r>
            <a:endParaRPr b="1"/>
          </a:p>
        </p:txBody>
      </p:sp>
      <p:sp>
        <p:nvSpPr>
          <p:cNvPr id="484" name="Google Shape;484;p57"/>
          <p:cNvSpPr txBox="1"/>
          <p:nvPr/>
        </p:nvSpPr>
        <p:spPr>
          <a:xfrm>
            <a:off x="375925" y="1785907"/>
            <a:ext cx="5958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rPr>
              <a:t>01.</a:t>
            </a:r>
            <a:endParaRPr sz="1500">
              <a:solidFill>
                <a:schemeClr val="dk1"/>
              </a:solidFill>
              <a:latin typeface="Chakra Petch SemiBold"/>
              <a:ea typeface="Chakra Petch SemiBold"/>
              <a:cs typeface="Chakra Petch SemiBold"/>
              <a:sym typeface="Chakra Petch SemiBold"/>
            </a:endParaRPr>
          </a:p>
        </p:txBody>
      </p:sp>
      <p:sp>
        <p:nvSpPr>
          <p:cNvPr id="485" name="Google Shape;485;p57"/>
          <p:cNvSpPr txBox="1"/>
          <p:nvPr/>
        </p:nvSpPr>
        <p:spPr>
          <a:xfrm>
            <a:off x="375925" y="2399963"/>
            <a:ext cx="5958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rPr>
              <a:t>02.</a:t>
            </a:r>
            <a:endParaRPr sz="1500">
              <a:solidFill>
                <a:schemeClr val="dk1"/>
              </a:solidFill>
              <a:latin typeface="Chakra Petch SemiBold"/>
              <a:ea typeface="Chakra Petch SemiBold"/>
              <a:cs typeface="Chakra Petch SemiBold"/>
              <a:sym typeface="Chakra Petch SemiBold"/>
            </a:endParaRPr>
          </a:p>
        </p:txBody>
      </p:sp>
      <p:sp>
        <p:nvSpPr>
          <p:cNvPr id="486" name="Google Shape;486;p57"/>
          <p:cNvSpPr txBox="1"/>
          <p:nvPr/>
        </p:nvSpPr>
        <p:spPr>
          <a:xfrm>
            <a:off x="375925" y="3014018"/>
            <a:ext cx="5958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rPr>
              <a:t>03.</a:t>
            </a:r>
            <a:endParaRPr sz="1500">
              <a:solidFill>
                <a:schemeClr val="dk1"/>
              </a:solidFill>
              <a:latin typeface="Chakra Petch SemiBold"/>
              <a:ea typeface="Chakra Petch SemiBold"/>
              <a:cs typeface="Chakra Petch SemiBold"/>
              <a:sym typeface="Chakra Petch SemiBold"/>
            </a:endParaRPr>
          </a:p>
        </p:txBody>
      </p:sp>
      <p:sp>
        <p:nvSpPr>
          <p:cNvPr id="487" name="Google Shape;487;p57"/>
          <p:cNvSpPr txBox="1"/>
          <p:nvPr/>
        </p:nvSpPr>
        <p:spPr>
          <a:xfrm>
            <a:off x="375925" y="3628074"/>
            <a:ext cx="5958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rPr>
              <a:t>04.</a:t>
            </a:r>
            <a:endParaRPr sz="1500">
              <a:solidFill>
                <a:schemeClr val="dk1"/>
              </a:solidFill>
              <a:latin typeface="Chakra Petch SemiBold"/>
              <a:ea typeface="Chakra Petch SemiBold"/>
              <a:cs typeface="Chakra Petch SemiBold"/>
              <a:sym typeface="Chakra Petch SemiBold"/>
            </a:endParaRPr>
          </a:p>
        </p:txBody>
      </p:sp>
      <p:sp>
        <p:nvSpPr>
          <p:cNvPr id="488" name="Google Shape;488;p57"/>
          <p:cNvSpPr txBox="1"/>
          <p:nvPr/>
        </p:nvSpPr>
        <p:spPr>
          <a:xfrm>
            <a:off x="375925" y="4242129"/>
            <a:ext cx="5958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rPr>
              <a:t>05.</a:t>
            </a:r>
            <a:endParaRPr sz="1500">
              <a:solidFill>
                <a:schemeClr val="dk1"/>
              </a:solidFill>
              <a:latin typeface="Chakra Petch SemiBold"/>
              <a:ea typeface="Chakra Petch SemiBold"/>
              <a:cs typeface="Chakra Petch SemiBold"/>
              <a:sym typeface="Chakra Petch Semi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8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4" name="Google Shape;494;p58"/>
          <p:cNvSpPr txBox="1"/>
          <p:nvPr>
            <p:ph type="title"/>
          </p:nvPr>
        </p:nvSpPr>
        <p:spPr>
          <a:xfrm>
            <a:off x="365625" y="363450"/>
            <a:ext cx="84126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Engineering Mindset</a:t>
            </a:r>
            <a:endParaRPr/>
          </a:p>
        </p:txBody>
      </p:sp>
      <p:sp>
        <p:nvSpPr>
          <p:cNvPr id="495" name="Google Shape;495;p58"/>
          <p:cNvSpPr txBox="1"/>
          <p:nvPr>
            <p:ph idx="3" type="body"/>
          </p:nvPr>
        </p:nvSpPr>
        <p:spPr>
          <a:xfrm>
            <a:off x="1022850" y="1693125"/>
            <a:ext cx="76443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“Just make it work”</a:t>
            </a:r>
            <a:endParaRPr/>
          </a:p>
        </p:txBody>
      </p:sp>
      <p:sp>
        <p:nvSpPr>
          <p:cNvPr id="496" name="Google Shape;496;p58"/>
          <p:cNvSpPr txBox="1"/>
          <p:nvPr>
            <p:ph idx="4" type="body"/>
          </p:nvPr>
        </p:nvSpPr>
        <p:spPr>
          <a:xfrm>
            <a:off x="1022850" y="2307163"/>
            <a:ext cx="76443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“We’ll refactor later”</a:t>
            </a:r>
            <a:endParaRPr/>
          </a:p>
        </p:txBody>
      </p:sp>
      <p:sp>
        <p:nvSpPr>
          <p:cNvPr id="497" name="Google Shape;497;p58"/>
          <p:cNvSpPr txBox="1"/>
          <p:nvPr>
            <p:ph idx="5" type="body"/>
          </p:nvPr>
        </p:nvSpPr>
        <p:spPr>
          <a:xfrm>
            <a:off x="1022850" y="2921225"/>
            <a:ext cx="76443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“Deadlines first, quality later”</a:t>
            </a:r>
            <a:endParaRPr b="1"/>
          </a:p>
        </p:txBody>
      </p:sp>
      <p:sp>
        <p:nvSpPr>
          <p:cNvPr id="498" name="Google Shape;498;p58"/>
          <p:cNvSpPr txBox="1"/>
          <p:nvPr/>
        </p:nvSpPr>
        <p:spPr>
          <a:xfrm>
            <a:off x="375925" y="1785907"/>
            <a:ext cx="5958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rPr>
              <a:t>01.</a:t>
            </a:r>
            <a:endParaRPr sz="1500">
              <a:solidFill>
                <a:schemeClr val="dk1"/>
              </a:solidFill>
              <a:latin typeface="Chakra Petch SemiBold"/>
              <a:ea typeface="Chakra Petch SemiBold"/>
              <a:cs typeface="Chakra Petch SemiBold"/>
              <a:sym typeface="Chakra Petch SemiBold"/>
            </a:endParaRPr>
          </a:p>
        </p:txBody>
      </p:sp>
      <p:sp>
        <p:nvSpPr>
          <p:cNvPr id="499" name="Google Shape;499;p58"/>
          <p:cNvSpPr txBox="1"/>
          <p:nvPr/>
        </p:nvSpPr>
        <p:spPr>
          <a:xfrm>
            <a:off x="375925" y="2399963"/>
            <a:ext cx="5958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rPr>
              <a:t>02.</a:t>
            </a:r>
            <a:endParaRPr sz="1500">
              <a:solidFill>
                <a:schemeClr val="dk1"/>
              </a:solidFill>
              <a:latin typeface="Chakra Petch SemiBold"/>
              <a:ea typeface="Chakra Petch SemiBold"/>
              <a:cs typeface="Chakra Petch SemiBold"/>
              <a:sym typeface="Chakra Petch SemiBold"/>
            </a:endParaRPr>
          </a:p>
        </p:txBody>
      </p:sp>
      <p:sp>
        <p:nvSpPr>
          <p:cNvPr id="500" name="Google Shape;500;p58"/>
          <p:cNvSpPr txBox="1"/>
          <p:nvPr/>
        </p:nvSpPr>
        <p:spPr>
          <a:xfrm>
            <a:off x="375925" y="3014018"/>
            <a:ext cx="5958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rPr>
              <a:t>03.</a:t>
            </a:r>
            <a:endParaRPr sz="1500">
              <a:solidFill>
                <a:schemeClr val="dk1"/>
              </a:solidFill>
              <a:latin typeface="Chakra Petch SemiBold"/>
              <a:ea typeface="Chakra Petch SemiBold"/>
              <a:cs typeface="Chakra Petch SemiBold"/>
              <a:sym typeface="Chakra Petch SemiBold"/>
            </a:endParaRPr>
          </a:p>
        </p:txBody>
      </p:sp>
      <p:sp>
        <p:nvSpPr>
          <p:cNvPr id="501" name="Google Shape;501;p58"/>
          <p:cNvSpPr txBox="1"/>
          <p:nvPr/>
        </p:nvSpPr>
        <p:spPr>
          <a:xfrm>
            <a:off x="375925" y="3628074"/>
            <a:ext cx="5958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rPr>
              <a:t>04.</a:t>
            </a:r>
            <a:endParaRPr sz="1500">
              <a:solidFill>
                <a:schemeClr val="dk1"/>
              </a:solidFill>
              <a:latin typeface="Chakra Petch SemiBold"/>
              <a:ea typeface="Chakra Petch SemiBold"/>
              <a:cs typeface="Chakra Petch SemiBold"/>
              <a:sym typeface="Chakra Petch SemiBold"/>
            </a:endParaRPr>
          </a:p>
        </p:txBody>
      </p:sp>
      <p:sp>
        <p:nvSpPr>
          <p:cNvPr id="502" name="Google Shape;502;p58"/>
          <p:cNvSpPr txBox="1"/>
          <p:nvPr/>
        </p:nvSpPr>
        <p:spPr>
          <a:xfrm>
            <a:off x="375925" y="4242129"/>
            <a:ext cx="5958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rPr>
              <a:t>05.</a:t>
            </a:r>
            <a:endParaRPr sz="1500">
              <a:solidFill>
                <a:schemeClr val="dk1"/>
              </a:solidFill>
              <a:latin typeface="Chakra Petch SemiBold"/>
              <a:ea typeface="Chakra Petch SemiBold"/>
              <a:cs typeface="Chakra Petch SemiBold"/>
              <a:sym typeface="Chakra Petch Semi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9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8" name="Google Shape;508;p59"/>
          <p:cNvSpPr txBox="1"/>
          <p:nvPr>
            <p:ph type="title"/>
          </p:nvPr>
        </p:nvSpPr>
        <p:spPr>
          <a:xfrm>
            <a:off x="365625" y="363450"/>
            <a:ext cx="84126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Engineering Mindset</a:t>
            </a:r>
            <a:endParaRPr/>
          </a:p>
        </p:txBody>
      </p:sp>
      <p:sp>
        <p:nvSpPr>
          <p:cNvPr id="509" name="Google Shape;509;p59"/>
          <p:cNvSpPr txBox="1"/>
          <p:nvPr>
            <p:ph idx="3" type="body"/>
          </p:nvPr>
        </p:nvSpPr>
        <p:spPr>
          <a:xfrm>
            <a:off x="1022850" y="1693125"/>
            <a:ext cx="76443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“Just make it work”</a:t>
            </a:r>
            <a:endParaRPr/>
          </a:p>
        </p:txBody>
      </p:sp>
      <p:sp>
        <p:nvSpPr>
          <p:cNvPr id="510" name="Google Shape;510;p59"/>
          <p:cNvSpPr txBox="1"/>
          <p:nvPr>
            <p:ph idx="4" type="body"/>
          </p:nvPr>
        </p:nvSpPr>
        <p:spPr>
          <a:xfrm>
            <a:off x="1022850" y="2307163"/>
            <a:ext cx="76443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“We’ll refactor later”</a:t>
            </a:r>
            <a:endParaRPr/>
          </a:p>
        </p:txBody>
      </p:sp>
      <p:sp>
        <p:nvSpPr>
          <p:cNvPr id="511" name="Google Shape;511;p59"/>
          <p:cNvSpPr txBox="1"/>
          <p:nvPr>
            <p:ph idx="5" type="body"/>
          </p:nvPr>
        </p:nvSpPr>
        <p:spPr>
          <a:xfrm>
            <a:off x="1022850" y="2921225"/>
            <a:ext cx="76443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“Deadlines first, quality later”</a:t>
            </a:r>
            <a:endParaRPr/>
          </a:p>
        </p:txBody>
      </p:sp>
      <p:sp>
        <p:nvSpPr>
          <p:cNvPr id="512" name="Google Shape;512;p59"/>
          <p:cNvSpPr txBox="1"/>
          <p:nvPr>
            <p:ph idx="6" type="body"/>
          </p:nvPr>
        </p:nvSpPr>
        <p:spPr>
          <a:xfrm>
            <a:off x="1022850" y="3535325"/>
            <a:ext cx="76443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“Architecture slows us down”</a:t>
            </a:r>
            <a:endParaRPr b="1"/>
          </a:p>
        </p:txBody>
      </p:sp>
      <p:sp>
        <p:nvSpPr>
          <p:cNvPr id="513" name="Google Shape;513;p59"/>
          <p:cNvSpPr txBox="1"/>
          <p:nvPr/>
        </p:nvSpPr>
        <p:spPr>
          <a:xfrm>
            <a:off x="375925" y="1785907"/>
            <a:ext cx="5958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rPr>
              <a:t>01.</a:t>
            </a:r>
            <a:endParaRPr sz="1500">
              <a:solidFill>
                <a:schemeClr val="dk1"/>
              </a:solidFill>
              <a:latin typeface="Chakra Petch SemiBold"/>
              <a:ea typeface="Chakra Petch SemiBold"/>
              <a:cs typeface="Chakra Petch SemiBold"/>
              <a:sym typeface="Chakra Petch SemiBold"/>
            </a:endParaRPr>
          </a:p>
        </p:txBody>
      </p:sp>
      <p:sp>
        <p:nvSpPr>
          <p:cNvPr id="514" name="Google Shape;514;p59"/>
          <p:cNvSpPr txBox="1"/>
          <p:nvPr/>
        </p:nvSpPr>
        <p:spPr>
          <a:xfrm>
            <a:off x="375925" y="2399963"/>
            <a:ext cx="5958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rPr>
              <a:t>02.</a:t>
            </a:r>
            <a:endParaRPr sz="1500">
              <a:solidFill>
                <a:schemeClr val="dk1"/>
              </a:solidFill>
              <a:latin typeface="Chakra Petch SemiBold"/>
              <a:ea typeface="Chakra Petch SemiBold"/>
              <a:cs typeface="Chakra Petch SemiBold"/>
              <a:sym typeface="Chakra Petch SemiBold"/>
            </a:endParaRPr>
          </a:p>
        </p:txBody>
      </p:sp>
      <p:sp>
        <p:nvSpPr>
          <p:cNvPr id="515" name="Google Shape;515;p59"/>
          <p:cNvSpPr txBox="1"/>
          <p:nvPr/>
        </p:nvSpPr>
        <p:spPr>
          <a:xfrm>
            <a:off x="375925" y="3014018"/>
            <a:ext cx="5958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rPr>
              <a:t>03.</a:t>
            </a:r>
            <a:endParaRPr sz="1500">
              <a:solidFill>
                <a:schemeClr val="dk1"/>
              </a:solidFill>
              <a:latin typeface="Chakra Petch SemiBold"/>
              <a:ea typeface="Chakra Petch SemiBold"/>
              <a:cs typeface="Chakra Petch SemiBold"/>
              <a:sym typeface="Chakra Petch SemiBold"/>
            </a:endParaRPr>
          </a:p>
        </p:txBody>
      </p:sp>
      <p:sp>
        <p:nvSpPr>
          <p:cNvPr id="516" name="Google Shape;516;p59"/>
          <p:cNvSpPr txBox="1"/>
          <p:nvPr/>
        </p:nvSpPr>
        <p:spPr>
          <a:xfrm>
            <a:off x="375925" y="3628074"/>
            <a:ext cx="5958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rPr>
              <a:t>04.</a:t>
            </a:r>
            <a:endParaRPr sz="1500">
              <a:solidFill>
                <a:schemeClr val="dk1"/>
              </a:solidFill>
              <a:latin typeface="Chakra Petch SemiBold"/>
              <a:ea typeface="Chakra Petch SemiBold"/>
              <a:cs typeface="Chakra Petch SemiBold"/>
              <a:sym typeface="Chakra Petch SemiBold"/>
            </a:endParaRPr>
          </a:p>
        </p:txBody>
      </p:sp>
      <p:sp>
        <p:nvSpPr>
          <p:cNvPr id="517" name="Google Shape;517;p59"/>
          <p:cNvSpPr txBox="1"/>
          <p:nvPr/>
        </p:nvSpPr>
        <p:spPr>
          <a:xfrm>
            <a:off x="375925" y="4242129"/>
            <a:ext cx="5958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rPr>
              <a:t>05.</a:t>
            </a:r>
            <a:endParaRPr sz="1500">
              <a:solidFill>
                <a:schemeClr val="dk1"/>
              </a:solidFill>
              <a:latin typeface="Chakra Petch SemiBold"/>
              <a:ea typeface="Chakra Petch SemiBold"/>
              <a:cs typeface="Chakra Petch SemiBold"/>
              <a:sym typeface="Chakra Petch Semi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60"/>
          <p:cNvSpPr txBox="1"/>
          <p:nvPr>
            <p:ph idx="12" type="sldNum"/>
          </p:nvPr>
        </p:nvSpPr>
        <p:spPr>
          <a:xfrm>
            <a:off x="8016442" y="363450"/>
            <a:ext cx="685800" cy="3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3" name="Google Shape;523;p60"/>
          <p:cNvSpPr txBox="1"/>
          <p:nvPr>
            <p:ph type="title"/>
          </p:nvPr>
        </p:nvSpPr>
        <p:spPr>
          <a:xfrm>
            <a:off x="365625" y="363450"/>
            <a:ext cx="84126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Engineering Mindset</a:t>
            </a:r>
            <a:endParaRPr/>
          </a:p>
        </p:txBody>
      </p:sp>
      <p:sp>
        <p:nvSpPr>
          <p:cNvPr id="524" name="Google Shape;524;p60"/>
          <p:cNvSpPr txBox="1"/>
          <p:nvPr>
            <p:ph idx="3" type="body"/>
          </p:nvPr>
        </p:nvSpPr>
        <p:spPr>
          <a:xfrm>
            <a:off x="1022850" y="1693125"/>
            <a:ext cx="76443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“Just make it work”</a:t>
            </a:r>
            <a:endParaRPr/>
          </a:p>
        </p:txBody>
      </p:sp>
      <p:sp>
        <p:nvSpPr>
          <p:cNvPr id="525" name="Google Shape;525;p60"/>
          <p:cNvSpPr txBox="1"/>
          <p:nvPr>
            <p:ph idx="4" type="body"/>
          </p:nvPr>
        </p:nvSpPr>
        <p:spPr>
          <a:xfrm>
            <a:off x="1022850" y="2307163"/>
            <a:ext cx="76443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“We’ll refactor later”</a:t>
            </a:r>
            <a:endParaRPr/>
          </a:p>
        </p:txBody>
      </p:sp>
      <p:sp>
        <p:nvSpPr>
          <p:cNvPr id="526" name="Google Shape;526;p60"/>
          <p:cNvSpPr txBox="1"/>
          <p:nvPr>
            <p:ph idx="5" type="body"/>
          </p:nvPr>
        </p:nvSpPr>
        <p:spPr>
          <a:xfrm>
            <a:off x="1022850" y="2921225"/>
            <a:ext cx="76443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“Deadlines first, quality later”</a:t>
            </a:r>
            <a:endParaRPr/>
          </a:p>
        </p:txBody>
      </p:sp>
      <p:sp>
        <p:nvSpPr>
          <p:cNvPr id="527" name="Google Shape;527;p60"/>
          <p:cNvSpPr txBox="1"/>
          <p:nvPr>
            <p:ph idx="6" type="body"/>
          </p:nvPr>
        </p:nvSpPr>
        <p:spPr>
          <a:xfrm>
            <a:off x="1022850" y="3535325"/>
            <a:ext cx="76443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“Architecture slows us down”</a:t>
            </a:r>
            <a:endParaRPr/>
          </a:p>
        </p:txBody>
      </p:sp>
      <p:sp>
        <p:nvSpPr>
          <p:cNvPr id="528" name="Google Shape;528;p60"/>
          <p:cNvSpPr txBox="1"/>
          <p:nvPr>
            <p:ph idx="7" type="body"/>
          </p:nvPr>
        </p:nvSpPr>
        <p:spPr>
          <a:xfrm>
            <a:off x="1022850" y="4149450"/>
            <a:ext cx="76443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“No time for unit tests, neither I get paid for this”</a:t>
            </a:r>
            <a:endParaRPr b="1"/>
          </a:p>
        </p:txBody>
      </p:sp>
      <p:sp>
        <p:nvSpPr>
          <p:cNvPr id="529" name="Google Shape;529;p60"/>
          <p:cNvSpPr txBox="1"/>
          <p:nvPr/>
        </p:nvSpPr>
        <p:spPr>
          <a:xfrm>
            <a:off x="375925" y="1785907"/>
            <a:ext cx="5958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rPr>
              <a:t>01.</a:t>
            </a:r>
            <a:endParaRPr sz="1500">
              <a:solidFill>
                <a:schemeClr val="dk1"/>
              </a:solidFill>
              <a:latin typeface="Chakra Petch SemiBold"/>
              <a:ea typeface="Chakra Petch SemiBold"/>
              <a:cs typeface="Chakra Petch SemiBold"/>
              <a:sym typeface="Chakra Petch SemiBold"/>
            </a:endParaRPr>
          </a:p>
        </p:txBody>
      </p:sp>
      <p:sp>
        <p:nvSpPr>
          <p:cNvPr id="530" name="Google Shape;530;p60"/>
          <p:cNvSpPr txBox="1"/>
          <p:nvPr/>
        </p:nvSpPr>
        <p:spPr>
          <a:xfrm>
            <a:off x="375925" y="2399963"/>
            <a:ext cx="5958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rPr>
              <a:t>02.</a:t>
            </a:r>
            <a:endParaRPr sz="1500">
              <a:solidFill>
                <a:schemeClr val="dk1"/>
              </a:solidFill>
              <a:latin typeface="Chakra Petch SemiBold"/>
              <a:ea typeface="Chakra Petch SemiBold"/>
              <a:cs typeface="Chakra Petch SemiBold"/>
              <a:sym typeface="Chakra Petch SemiBold"/>
            </a:endParaRPr>
          </a:p>
        </p:txBody>
      </p:sp>
      <p:sp>
        <p:nvSpPr>
          <p:cNvPr id="531" name="Google Shape;531;p60"/>
          <p:cNvSpPr txBox="1"/>
          <p:nvPr/>
        </p:nvSpPr>
        <p:spPr>
          <a:xfrm>
            <a:off x="375925" y="3014018"/>
            <a:ext cx="5958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rPr>
              <a:t>03.</a:t>
            </a:r>
            <a:endParaRPr sz="1500">
              <a:solidFill>
                <a:schemeClr val="dk1"/>
              </a:solidFill>
              <a:latin typeface="Chakra Petch SemiBold"/>
              <a:ea typeface="Chakra Petch SemiBold"/>
              <a:cs typeface="Chakra Petch SemiBold"/>
              <a:sym typeface="Chakra Petch SemiBold"/>
            </a:endParaRPr>
          </a:p>
        </p:txBody>
      </p:sp>
      <p:sp>
        <p:nvSpPr>
          <p:cNvPr id="532" name="Google Shape;532;p60"/>
          <p:cNvSpPr txBox="1"/>
          <p:nvPr/>
        </p:nvSpPr>
        <p:spPr>
          <a:xfrm>
            <a:off x="375925" y="3628074"/>
            <a:ext cx="5958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rPr>
              <a:t>04.</a:t>
            </a:r>
            <a:endParaRPr sz="1500">
              <a:solidFill>
                <a:schemeClr val="dk1"/>
              </a:solidFill>
              <a:latin typeface="Chakra Petch SemiBold"/>
              <a:ea typeface="Chakra Petch SemiBold"/>
              <a:cs typeface="Chakra Petch SemiBold"/>
              <a:sym typeface="Chakra Petch SemiBold"/>
            </a:endParaRPr>
          </a:p>
        </p:txBody>
      </p:sp>
      <p:sp>
        <p:nvSpPr>
          <p:cNvPr id="533" name="Google Shape;533;p60"/>
          <p:cNvSpPr txBox="1"/>
          <p:nvPr/>
        </p:nvSpPr>
        <p:spPr>
          <a:xfrm>
            <a:off x="375925" y="4242129"/>
            <a:ext cx="5958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rPr>
              <a:t>05.</a:t>
            </a:r>
            <a:endParaRPr sz="1500">
              <a:solidFill>
                <a:schemeClr val="dk1"/>
              </a:solidFill>
              <a:latin typeface="Chakra Petch SemiBold"/>
              <a:ea typeface="Chakra Petch SemiBold"/>
              <a:cs typeface="Chakra Petch SemiBold"/>
              <a:sym typeface="Chakra Petch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ducational Games #4">
  <a:themeElements>
    <a:clrScheme name="Simple Light">
      <a:dk1>
        <a:srgbClr val="FFA38F"/>
      </a:dk1>
      <a:lt1>
        <a:srgbClr val="631212"/>
      </a:lt1>
      <a:dk2>
        <a:srgbClr val="FFFFFF"/>
      </a:dk2>
      <a:lt2>
        <a:srgbClr val="DDDDD8"/>
      </a:lt2>
      <a:accent1>
        <a:srgbClr val="2F4550"/>
      </a:accent1>
      <a:accent2>
        <a:srgbClr val="586F7C"/>
      </a:accent2>
      <a:accent3>
        <a:srgbClr val="9AC4F8"/>
      </a:accent3>
      <a:accent4>
        <a:srgbClr val="FFFECB"/>
      </a:accent4>
      <a:accent5>
        <a:srgbClr val="638475"/>
      </a:accent5>
      <a:accent6>
        <a:srgbClr val="635380"/>
      </a:accent6>
      <a:hlink>
        <a:srgbClr val="FFA38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