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4"/>
    <p:sldMasterId id="214748370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Afacad Flux Medium"/>
      <p:regular r:id="rId26"/>
      <p:bold r:id="rId27"/>
    </p:embeddedFont>
    <p:embeddedFont>
      <p:font typeface="DM Sans Medium"/>
      <p:regular r:id="rId28"/>
      <p:bold r:id="rId29"/>
      <p:italic r:id="rId30"/>
      <p:boldItalic r:id="rId31"/>
    </p:embeddedFont>
    <p:embeddedFont>
      <p:font typeface="Afacad Flux"/>
      <p:regular r:id="rId32"/>
      <p:bold r:id="rId33"/>
    </p:embeddedFont>
    <p:embeddedFont>
      <p:font typeface="Lato"/>
      <p:regular r:id="rId34"/>
      <p:bold r:id="rId35"/>
      <p:italic r:id="rId36"/>
      <p:boldItalic r:id="rId37"/>
    </p:embeddedFont>
    <p:embeddedFont>
      <p:font typeface="DM Sans"/>
      <p:regular r:id="rId38"/>
      <p:bold r:id="rId39"/>
      <p:italic r:id="rId40"/>
      <p:boldItalic r:id="rId41"/>
    </p:embeddedFont>
    <p:embeddedFont>
      <p:font typeface="Afacad Flux SemiBold"/>
      <p:regular r:id="rId42"/>
      <p:bold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italic.fntdata"/><Relationship Id="rId20" Type="http://schemas.openxmlformats.org/officeDocument/2006/relationships/slide" Target="slides/slide14.xml"/><Relationship Id="rId42" Type="http://schemas.openxmlformats.org/officeDocument/2006/relationships/font" Target="fonts/AfacadFluxSemiBold-regular.fntdata"/><Relationship Id="rId41" Type="http://schemas.openxmlformats.org/officeDocument/2006/relationships/font" Target="fonts/DMSans-boldItalic.fntdata"/><Relationship Id="rId22" Type="http://schemas.openxmlformats.org/officeDocument/2006/relationships/font" Target="fonts/Raleway-regular.fntdata"/><Relationship Id="rId21" Type="http://schemas.openxmlformats.org/officeDocument/2006/relationships/slide" Target="slides/slide15.xml"/><Relationship Id="rId43" Type="http://schemas.openxmlformats.org/officeDocument/2006/relationships/font" Target="fonts/AfacadFluxSemiBold-bold.fntdata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AfacadFluxMedium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DMSansMedium-regular.fntdata"/><Relationship Id="rId27" Type="http://schemas.openxmlformats.org/officeDocument/2006/relationships/font" Target="fonts/AfacadFluxMedium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Medium-boldItalic.fntdata"/><Relationship Id="rId30" Type="http://schemas.openxmlformats.org/officeDocument/2006/relationships/font" Target="fonts/DMSansMedium-italic.fntdata"/><Relationship Id="rId11" Type="http://schemas.openxmlformats.org/officeDocument/2006/relationships/slide" Target="slides/slide5.xml"/><Relationship Id="rId33" Type="http://schemas.openxmlformats.org/officeDocument/2006/relationships/font" Target="fonts/AfacadFlux-bold.fntdata"/><Relationship Id="rId10" Type="http://schemas.openxmlformats.org/officeDocument/2006/relationships/slide" Target="slides/slide4.xml"/><Relationship Id="rId32" Type="http://schemas.openxmlformats.org/officeDocument/2006/relationships/font" Target="fonts/AfacadFlux-regular.fntdata"/><Relationship Id="rId13" Type="http://schemas.openxmlformats.org/officeDocument/2006/relationships/slide" Target="slides/slide7.xml"/><Relationship Id="rId35" Type="http://schemas.openxmlformats.org/officeDocument/2006/relationships/font" Target="fonts/Lato-bold.fntdata"/><Relationship Id="rId12" Type="http://schemas.openxmlformats.org/officeDocument/2006/relationships/slide" Target="slides/slide6.xml"/><Relationship Id="rId34" Type="http://schemas.openxmlformats.org/officeDocument/2006/relationships/font" Target="fonts/Lato-regular.fntdata"/><Relationship Id="rId15" Type="http://schemas.openxmlformats.org/officeDocument/2006/relationships/slide" Target="slides/slide9.xml"/><Relationship Id="rId37" Type="http://schemas.openxmlformats.org/officeDocument/2006/relationships/font" Target="fonts/Lato-boldItalic.fntdata"/><Relationship Id="rId14" Type="http://schemas.openxmlformats.org/officeDocument/2006/relationships/slide" Target="slides/slide8.xml"/><Relationship Id="rId36" Type="http://schemas.openxmlformats.org/officeDocument/2006/relationships/font" Target="fonts/Lato-italic.fntdata"/><Relationship Id="rId17" Type="http://schemas.openxmlformats.org/officeDocument/2006/relationships/slide" Target="slides/slide11.xml"/><Relationship Id="rId39" Type="http://schemas.openxmlformats.org/officeDocument/2006/relationships/font" Target="fonts/DMSans-bold.fntdata"/><Relationship Id="rId16" Type="http://schemas.openxmlformats.org/officeDocument/2006/relationships/slide" Target="slides/slide10.xml"/><Relationship Id="rId38" Type="http://schemas.openxmlformats.org/officeDocument/2006/relationships/font" Target="fonts/DMSans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c66baf70c5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c66baf70c5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c66baf70c5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c66baf70c5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c66baf70c5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c66baf70c5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c66baf70c5_0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c66baf70c5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c66baf70c5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c66baf70c5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c66baf70c5_0_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c66baf70c5_0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c66baf70c5_0_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c66baf70c5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c66baf70c5_0_7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c66baf70c5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c66baf70c5_0_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c66baf70c5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c66baf70c5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c66baf70c5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c66baf70c5_0_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c66baf70c5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c66baf70c5_0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c66baf70c5_0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66baf70c5_0_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c66baf70c5_0_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c66baf70c5_0_7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c66baf70c5_0_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1">
  <p:cSld name="BLANK_1_1_1_1_1_1_2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/>
          <p:nvPr/>
        </p:nvSpPr>
        <p:spPr>
          <a:xfrm rot="-5400000">
            <a:off x="4127625" y="2902800"/>
            <a:ext cx="3093600" cy="1387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84" name="Google Shape;84;p13"/>
          <p:cNvSpPr/>
          <p:nvPr/>
        </p:nvSpPr>
        <p:spPr>
          <a:xfrm rot="-5400000">
            <a:off x="5515450" y="2902800"/>
            <a:ext cx="3093600" cy="1387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85" name="Google Shape;85;p13"/>
          <p:cNvSpPr/>
          <p:nvPr/>
        </p:nvSpPr>
        <p:spPr>
          <a:xfrm rot="-2220703">
            <a:off x="-226496" y="2528351"/>
            <a:ext cx="4023732" cy="1997707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060250" y="0"/>
            <a:ext cx="2083800" cy="208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87" name="Google Shape;87;p13"/>
          <p:cNvSpPr txBox="1"/>
          <p:nvPr>
            <p:ph type="title"/>
          </p:nvPr>
        </p:nvSpPr>
        <p:spPr>
          <a:xfrm>
            <a:off x="137160" y="228600"/>
            <a:ext cx="6480300" cy="14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88" name="Google Shape;88;p13"/>
          <p:cNvSpPr/>
          <p:nvPr/>
        </p:nvSpPr>
        <p:spPr>
          <a:xfrm rot="-5400000">
            <a:off x="2739800" y="2902800"/>
            <a:ext cx="3093600" cy="1387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89" name="Google Shape;89;p13"/>
          <p:cNvSpPr/>
          <p:nvPr/>
        </p:nvSpPr>
        <p:spPr>
          <a:xfrm rot="-5400000">
            <a:off x="6903275" y="2902800"/>
            <a:ext cx="3093600" cy="1387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dular display - Alt 1">
  <p:cSld name="BLANK_1_1_1_1_2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97" name="Google Shape;97;p15"/>
          <p:cNvSpPr txBox="1"/>
          <p:nvPr>
            <p:ph idx="1" type="subTitle"/>
          </p:nvPr>
        </p:nvSpPr>
        <p:spPr>
          <a:xfrm>
            <a:off x="5477525" y="3104450"/>
            <a:ext cx="3235800" cy="30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98" name="Google Shape;98;p15"/>
          <p:cNvSpPr txBox="1"/>
          <p:nvPr>
            <p:ph idx="2" type="subTitle"/>
          </p:nvPr>
        </p:nvSpPr>
        <p:spPr>
          <a:xfrm>
            <a:off x="557200" y="1516850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3" type="subTitle"/>
          </p:nvPr>
        </p:nvSpPr>
        <p:spPr>
          <a:xfrm>
            <a:off x="557200" y="2131638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00" name="Google Shape;100;p15"/>
          <p:cNvSpPr txBox="1"/>
          <p:nvPr>
            <p:ph idx="4" type="subTitle"/>
          </p:nvPr>
        </p:nvSpPr>
        <p:spPr>
          <a:xfrm>
            <a:off x="557200" y="2746425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01" name="Google Shape;101;p15"/>
          <p:cNvSpPr txBox="1"/>
          <p:nvPr>
            <p:ph idx="5" type="subTitle"/>
          </p:nvPr>
        </p:nvSpPr>
        <p:spPr>
          <a:xfrm>
            <a:off x="557200" y="3361213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02" name="Google Shape;102;p15"/>
          <p:cNvSpPr txBox="1"/>
          <p:nvPr>
            <p:ph idx="6" type="subTitle"/>
          </p:nvPr>
        </p:nvSpPr>
        <p:spPr>
          <a:xfrm>
            <a:off x="557200" y="3976000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03" name="Google Shape;103;p15"/>
          <p:cNvSpPr/>
          <p:nvPr>
            <p:ph idx="7" type="pic"/>
          </p:nvPr>
        </p:nvSpPr>
        <p:spPr>
          <a:xfrm>
            <a:off x="5309675" y="1115175"/>
            <a:ext cx="3575400" cy="1783200"/>
          </a:xfrm>
          <a:prstGeom prst="roundRect">
            <a:avLst>
              <a:gd fmla="val 10917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1_1_2_2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" type="subTitle"/>
          </p:nvPr>
        </p:nvSpPr>
        <p:spPr>
          <a:xfrm>
            <a:off x="248525" y="2296900"/>
            <a:ext cx="27735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2" type="subTitle"/>
          </p:nvPr>
        </p:nvSpPr>
        <p:spPr>
          <a:xfrm>
            <a:off x="3232200" y="2296900"/>
            <a:ext cx="27735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idx="3" type="subTitle"/>
          </p:nvPr>
        </p:nvSpPr>
        <p:spPr>
          <a:xfrm>
            <a:off x="6215875" y="2296900"/>
            <a:ext cx="27735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ards">
  <p:cSld name="BLANK_1_1_1_1_2_2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11" name="Google Shape;111;p17"/>
          <p:cNvSpPr/>
          <p:nvPr>
            <p:ph idx="2" type="pic"/>
          </p:nvPr>
        </p:nvSpPr>
        <p:spPr>
          <a:xfrm>
            <a:off x="3354313" y="1302575"/>
            <a:ext cx="2435400" cy="1356000"/>
          </a:xfrm>
          <a:prstGeom prst="roundRect">
            <a:avLst>
              <a:gd fmla="val 22916" name="adj"/>
            </a:avLst>
          </a:prstGeom>
          <a:noFill/>
          <a:ln>
            <a:noFill/>
          </a:ln>
        </p:spPr>
      </p:sp>
      <p:sp>
        <p:nvSpPr>
          <p:cNvPr id="112" name="Google Shape;112;p17"/>
          <p:cNvSpPr txBox="1"/>
          <p:nvPr>
            <p:ph idx="1" type="subTitle"/>
          </p:nvPr>
        </p:nvSpPr>
        <p:spPr>
          <a:xfrm>
            <a:off x="3466363" y="2904025"/>
            <a:ext cx="2211300" cy="1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13" name="Google Shape;113;p17"/>
          <p:cNvSpPr txBox="1"/>
          <p:nvPr>
            <p:ph idx="3" type="body"/>
          </p:nvPr>
        </p:nvSpPr>
        <p:spPr>
          <a:xfrm>
            <a:off x="3466375" y="3345698"/>
            <a:ext cx="2211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4" name="Google Shape;114;p17"/>
          <p:cNvSpPr/>
          <p:nvPr>
            <p:ph idx="4" type="pic"/>
          </p:nvPr>
        </p:nvSpPr>
        <p:spPr>
          <a:xfrm>
            <a:off x="437413" y="1302563"/>
            <a:ext cx="2435400" cy="1356000"/>
          </a:xfrm>
          <a:prstGeom prst="roundRect">
            <a:avLst>
              <a:gd fmla="val 22916" name="adj"/>
            </a:avLst>
          </a:prstGeom>
          <a:noFill/>
          <a:ln>
            <a:noFill/>
          </a:ln>
        </p:spPr>
      </p:sp>
      <p:sp>
        <p:nvSpPr>
          <p:cNvPr id="115" name="Google Shape;115;p17"/>
          <p:cNvSpPr txBox="1"/>
          <p:nvPr>
            <p:ph idx="5" type="subTitle"/>
          </p:nvPr>
        </p:nvSpPr>
        <p:spPr>
          <a:xfrm>
            <a:off x="549463" y="2904013"/>
            <a:ext cx="2211300" cy="1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16" name="Google Shape;116;p17"/>
          <p:cNvSpPr txBox="1"/>
          <p:nvPr>
            <p:ph idx="6" type="body"/>
          </p:nvPr>
        </p:nvSpPr>
        <p:spPr>
          <a:xfrm>
            <a:off x="549475" y="3345685"/>
            <a:ext cx="2211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9pPr>
          </a:lstStyle>
          <a:p/>
        </p:txBody>
      </p:sp>
      <p:sp>
        <p:nvSpPr>
          <p:cNvPr id="117" name="Google Shape;117;p17"/>
          <p:cNvSpPr/>
          <p:nvPr>
            <p:ph idx="7" type="pic"/>
          </p:nvPr>
        </p:nvSpPr>
        <p:spPr>
          <a:xfrm>
            <a:off x="6271213" y="1302563"/>
            <a:ext cx="2435400" cy="1356000"/>
          </a:xfrm>
          <a:prstGeom prst="roundRect">
            <a:avLst>
              <a:gd fmla="val 22916" name="adj"/>
            </a:avLst>
          </a:prstGeom>
          <a:noFill/>
          <a:ln>
            <a:noFill/>
          </a:ln>
        </p:spPr>
      </p:sp>
      <p:sp>
        <p:nvSpPr>
          <p:cNvPr id="118" name="Google Shape;118;p17"/>
          <p:cNvSpPr txBox="1"/>
          <p:nvPr>
            <p:ph idx="8" type="subTitle"/>
          </p:nvPr>
        </p:nvSpPr>
        <p:spPr>
          <a:xfrm>
            <a:off x="6383263" y="2904013"/>
            <a:ext cx="2211300" cy="1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19" name="Google Shape;119;p17"/>
          <p:cNvSpPr txBox="1"/>
          <p:nvPr>
            <p:ph idx="9" type="body"/>
          </p:nvPr>
        </p:nvSpPr>
        <p:spPr>
          <a:xfrm>
            <a:off x="6383275" y="3345685"/>
            <a:ext cx="2211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ntainers">
  <p:cSld name="BLANK_1_1_1_1_2_1_1">
    <p:bg>
      <p:bgPr>
        <a:solidFill>
          <a:schemeClr val="accent4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22" name="Google Shape;122;p18"/>
          <p:cNvSpPr txBox="1"/>
          <p:nvPr/>
        </p:nvSpPr>
        <p:spPr>
          <a:xfrm>
            <a:off x="8434809" y="46307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rPr>
              <a:t>‹#›</a:t>
            </a:fld>
            <a:endParaRPr sz="700">
              <a:solidFill>
                <a:schemeClr val="dk2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123" name="Google Shape;123;p18"/>
          <p:cNvSpPr txBox="1"/>
          <p:nvPr>
            <p:ph idx="1" type="subTitle"/>
          </p:nvPr>
        </p:nvSpPr>
        <p:spPr>
          <a:xfrm>
            <a:off x="11275" y="2137575"/>
            <a:ext cx="2236200" cy="2542200"/>
          </a:xfrm>
          <a:prstGeom prst="rect">
            <a:avLst/>
          </a:prstGeom>
          <a:noFill/>
        </p:spPr>
        <p:txBody>
          <a:bodyPr anchorCtr="0" anchor="t" bIns="182875" lIns="182875" spcFirstLastPara="1" rIns="182875" wrap="square" tIns="0">
            <a:normAutofit/>
          </a:bodyPr>
          <a:lstStyle>
            <a:lvl1pPr indent="0" lvl="0" marL="228600" marR="88257"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4" name="Google Shape;124;p18"/>
          <p:cNvSpPr txBox="1"/>
          <p:nvPr>
            <p:ph idx="2" type="subTitle"/>
          </p:nvPr>
        </p:nvSpPr>
        <p:spPr>
          <a:xfrm>
            <a:off x="2308388" y="2137575"/>
            <a:ext cx="2236200" cy="2542200"/>
          </a:xfrm>
          <a:prstGeom prst="rect">
            <a:avLst/>
          </a:prstGeom>
          <a:noFill/>
        </p:spPr>
        <p:txBody>
          <a:bodyPr anchorCtr="0" anchor="t" bIns="182875" lIns="182875" spcFirstLastPara="1" rIns="182875" wrap="square" tIns="0">
            <a:normAutofit/>
          </a:bodyPr>
          <a:lstStyle>
            <a:lvl1pPr indent="0" lvl="0" marL="228600" marR="88257"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5" name="Google Shape;125;p18"/>
          <p:cNvSpPr txBox="1"/>
          <p:nvPr>
            <p:ph idx="3" type="subTitle"/>
          </p:nvPr>
        </p:nvSpPr>
        <p:spPr>
          <a:xfrm>
            <a:off x="4608238" y="2137575"/>
            <a:ext cx="2236200" cy="2542200"/>
          </a:xfrm>
          <a:prstGeom prst="rect">
            <a:avLst/>
          </a:prstGeom>
          <a:noFill/>
        </p:spPr>
        <p:txBody>
          <a:bodyPr anchorCtr="0" anchor="t" bIns="182875" lIns="182875" spcFirstLastPara="1" rIns="182875" wrap="square" tIns="0">
            <a:normAutofit/>
          </a:bodyPr>
          <a:lstStyle>
            <a:lvl1pPr indent="0" lvl="0" marL="228600" marR="88257"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6" name="Google Shape;126;p18"/>
          <p:cNvSpPr txBox="1"/>
          <p:nvPr>
            <p:ph idx="4" type="subTitle"/>
          </p:nvPr>
        </p:nvSpPr>
        <p:spPr>
          <a:xfrm>
            <a:off x="6908075" y="2137575"/>
            <a:ext cx="2236200" cy="2542200"/>
          </a:xfrm>
          <a:prstGeom prst="rect">
            <a:avLst/>
          </a:prstGeom>
          <a:noFill/>
        </p:spPr>
        <p:txBody>
          <a:bodyPr anchorCtr="0" anchor="t" bIns="182875" lIns="182875" spcFirstLastPara="1" rIns="182875" wrap="square" tIns="0">
            <a:normAutofit/>
          </a:bodyPr>
          <a:lstStyle>
            <a:lvl1pPr indent="0" lvl="0" marL="228600" marR="88257"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_1_1_1_1_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228600" y="2063500"/>
            <a:ext cx="8333100" cy="2656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2" type="title"/>
          </p:nvPr>
        </p:nvSpPr>
        <p:spPr>
          <a:xfrm>
            <a:off x="7673150" y="394400"/>
            <a:ext cx="11937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  <a:defRPr sz="17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1">
  <p:cSld name="BLANK_1_1_1_1_1_1_2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/>
          <p:nvPr/>
        </p:nvSpPr>
        <p:spPr>
          <a:xfrm rot="-5400000">
            <a:off x="4127625" y="2902800"/>
            <a:ext cx="3093600" cy="1387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132" name="Google Shape;132;p20"/>
          <p:cNvSpPr/>
          <p:nvPr/>
        </p:nvSpPr>
        <p:spPr>
          <a:xfrm rot="-5400000">
            <a:off x="5515450" y="2902800"/>
            <a:ext cx="3093600" cy="1387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133" name="Google Shape;133;p20"/>
          <p:cNvSpPr/>
          <p:nvPr/>
        </p:nvSpPr>
        <p:spPr>
          <a:xfrm rot="-2220703">
            <a:off x="-226496" y="2528351"/>
            <a:ext cx="4023732" cy="1997707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7060250" y="0"/>
            <a:ext cx="2083800" cy="208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135" name="Google Shape;135;p20"/>
          <p:cNvSpPr txBox="1"/>
          <p:nvPr>
            <p:ph type="title"/>
          </p:nvPr>
        </p:nvSpPr>
        <p:spPr>
          <a:xfrm>
            <a:off x="137160" y="228600"/>
            <a:ext cx="6480300" cy="14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36" name="Google Shape;136;p20"/>
          <p:cNvSpPr/>
          <p:nvPr/>
        </p:nvSpPr>
        <p:spPr>
          <a:xfrm rot="-5400000">
            <a:off x="2739800" y="2902800"/>
            <a:ext cx="3093600" cy="1387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137" name="Google Shape;137;p20"/>
          <p:cNvSpPr/>
          <p:nvPr/>
        </p:nvSpPr>
        <p:spPr>
          <a:xfrm rot="-5400000">
            <a:off x="6903275" y="2902800"/>
            <a:ext cx="3093600" cy="1387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ight cards">
  <p:cSld name="BLANK_1_1_1_1_1_1_2_1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137150" y="228600"/>
            <a:ext cx="6480300" cy="8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40" name="Google Shape;140;p21"/>
          <p:cNvSpPr txBox="1"/>
          <p:nvPr>
            <p:ph idx="1" type="subTitle"/>
          </p:nvPr>
        </p:nvSpPr>
        <p:spPr>
          <a:xfrm>
            <a:off x="432650" y="160400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41" name="Google Shape;141;p21"/>
          <p:cNvSpPr txBox="1"/>
          <p:nvPr>
            <p:ph idx="2" type="body"/>
          </p:nvPr>
        </p:nvSpPr>
        <p:spPr>
          <a:xfrm>
            <a:off x="432650" y="181175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2" name="Google Shape;142;p21"/>
          <p:cNvSpPr txBox="1"/>
          <p:nvPr>
            <p:ph idx="3" type="subTitle"/>
          </p:nvPr>
        </p:nvSpPr>
        <p:spPr>
          <a:xfrm>
            <a:off x="438875" y="344915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43" name="Google Shape;143;p21"/>
          <p:cNvSpPr txBox="1"/>
          <p:nvPr>
            <p:ph idx="4" type="body"/>
          </p:nvPr>
        </p:nvSpPr>
        <p:spPr>
          <a:xfrm>
            <a:off x="438875" y="365690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44" name="Google Shape;144;p21"/>
          <p:cNvSpPr txBox="1"/>
          <p:nvPr>
            <p:ph idx="5" type="subTitle"/>
          </p:nvPr>
        </p:nvSpPr>
        <p:spPr>
          <a:xfrm>
            <a:off x="2621613" y="160400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45" name="Google Shape;145;p21"/>
          <p:cNvSpPr txBox="1"/>
          <p:nvPr>
            <p:ph idx="6" type="body"/>
          </p:nvPr>
        </p:nvSpPr>
        <p:spPr>
          <a:xfrm>
            <a:off x="2621613" y="181175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46" name="Google Shape;146;p21"/>
          <p:cNvSpPr txBox="1"/>
          <p:nvPr>
            <p:ph idx="7" type="subTitle"/>
          </p:nvPr>
        </p:nvSpPr>
        <p:spPr>
          <a:xfrm>
            <a:off x="2627850" y="344915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47" name="Google Shape;147;p21"/>
          <p:cNvSpPr txBox="1"/>
          <p:nvPr>
            <p:ph idx="8" type="body"/>
          </p:nvPr>
        </p:nvSpPr>
        <p:spPr>
          <a:xfrm>
            <a:off x="2627850" y="365690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48" name="Google Shape;148;p21"/>
          <p:cNvSpPr txBox="1"/>
          <p:nvPr>
            <p:ph idx="9" type="subTitle"/>
          </p:nvPr>
        </p:nvSpPr>
        <p:spPr>
          <a:xfrm>
            <a:off x="4810588" y="160400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49" name="Google Shape;149;p21"/>
          <p:cNvSpPr txBox="1"/>
          <p:nvPr>
            <p:ph idx="13" type="body"/>
          </p:nvPr>
        </p:nvSpPr>
        <p:spPr>
          <a:xfrm>
            <a:off x="4810588" y="181175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50" name="Google Shape;150;p21"/>
          <p:cNvSpPr txBox="1"/>
          <p:nvPr>
            <p:ph idx="14" type="subTitle"/>
          </p:nvPr>
        </p:nvSpPr>
        <p:spPr>
          <a:xfrm>
            <a:off x="4813700" y="344915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51" name="Google Shape;151;p21"/>
          <p:cNvSpPr txBox="1"/>
          <p:nvPr>
            <p:ph idx="15" type="body"/>
          </p:nvPr>
        </p:nvSpPr>
        <p:spPr>
          <a:xfrm>
            <a:off x="4813700" y="365690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52" name="Google Shape;152;p21"/>
          <p:cNvSpPr txBox="1"/>
          <p:nvPr>
            <p:ph idx="16" type="subTitle"/>
          </p:nvPr>
        </p:nvSpPr>
        <p:spPr>
          <a:xfrm>
            <a:off x="6999550" y="160400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53" name="Google Shape;153;p21"/>
          <p:cNvSpPr txBox="1"/>
          <p:nvPr>
            <p:ph idx="17" type="body"/>
          </p:nvPr>
        </p:nvSpPr>
        <p:spPr>
          <a:xfrm>
            <a:off x="6999550" y="181175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54" name="Google Shape;154;p21"/>
          <p:cNvSpPr txBox="1"/>
          <p:nvPr>
            <p:ph idx="18" type="subTitle"/>
          </p:nvPr>
        </p:nvSpPr>
        <p:spPr>
          <a:xfrm>
            <a:off x="7005800" y="344915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55" name="Google Shape;155;p21"/>
          <p:cNvSpPr txBox="1"/>
          <p:nvPr>
            <p:ph idx="19" type="body"/>
          </p:nvPr>
        </p:nvSpPr>
        <p:spPr>
          <a:xfrm>
            <a:off x="7005800" y="365690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ith images">
  <p:cSld name="BLANK_1_1_1_1_1_1_2_1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type="title"/>
          </p:nvPr>
        </p:nvSpPr>
        <p:spPr>
          <a:xfrm>
            <a:off x="137150" y="228600"/>
            <a:ext cx="6480300" cy="8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58" name="Google Shape;158;p22"/>
          <p:cNvSpPr txBox="1"/>
          <p:nvPr>
            <p:ph idx="1" type="subTitle"/>
          </p:nvPr>
        </p:nvSpPr>
        <p:spPr>
          <a:xfrm>
            <a:off x="438875" y="3276043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59" name="Google Shape;159;p22"/>
          <p:cNvSpPr txBox="1"/>
          <p:nvPr>
            <p:ph idx="2" type="body"/>
          </p:nvPr>
        </p:nvSpPr>
        <p:spPr>
          <a:xfrm>
            <a:off x="438875" y="3656900"/>
            <a:ext cx="1711800" cy="6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60" name="Google Shape;160;p22"/>
          <p:cNvSpPr txBox="1"/>
          <p:nvPr>
            <p:ph idx="3" type="subTitle"/>
          </p:nvPr>
        </p:nvSpPr>
        <p:spPr>
          <a:xfrm>
            <a:off x="2630975" y="1803668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61" name="Google Shape;161;p22"/>
          <p:cNvSpPr txBox="1"/>
          <p:nvPr>
            <p:ph idx="4" type="body"/>
          </p:nvPr>
        </p:nvSpPr>
        <p:spPr>
          <a:xfrm>
            <a:off x="2630975" y="2184525"/>
            <a:ext cx="1711800" cy="6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62" name="Google Shape;162;p22"/>
          <p:cNvSpPr txBox="1"/>
          <p:nvPr>
            <p:ph idx="5" type="subTitle"/>
          </p:nvPr>
        </p:nvSpPr>
        <p:spPr>
          <a:xfrm>
            <a:off x="4821925" y="3269293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63" name="Google Shape;163;p22"/>
          <p:cNvSpPr txBox="1"/>
          <p:nvPr>
            <p:ph idx="6" type="body"/>
          </p:nvPr>
        </p:nvSpPr>
        <p:spPr>
          <a:xfrm>
            <a:off x="4821925" y="3650150"/>
            <a:ext cx="1711800" cy="6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64" name="Google Shape;164;p22"/>
          <p:cNvSpPr txBox="1"/>
          <p:nvPr>
            <p:ph idx="7" type="subTitle"/>
          </p:nvPr>
        </p:nvSpPr>
        <p:spPr>
          <a:xfrm>
            <a:off x="7015175" y="1803668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65" name="Google Shape;165;p22"/>
          <p:cNvSpPr txBox="1"/>
          <p:nvPr>
            <p:ph idx="8" type="body"/>
          </p:nvPr>
        </p:nvSpPr>
        <p:spPr>
          <a:xfrm>
            <a:off x="7015175" y="2184525"/>
            <a:ext cx="1711800" cy="6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66" name="Google Shape;166;p22"/>
          <p:cNvSpPr/>
          <p:nvPr>
            <p:ph idx="9" type="pic"/>
          </p:nvPr>
        </p:nvSpPr>
        <p:spPr>
          <a:xfrm>
            <a:off x="4618950" y="1116450"/>
            <a:ext cx="2085600" cy="1353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67" name="Google Shape;167;p22"/>
          <p:cNvSpPr/>
          <p:nvPr>
            <p:ph idx="13" type="pic"/>
          </p:nvPr>
        </p:nvSpPr>
        <p:spPr>
          <a:xfrm>
            <a:off x="243750" y="1116450"/>
            <a:ext cx="2085600" cy="1353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68" name="Google Shape;168;p22"/>
          <p:cNvSpPr/>
          <p:nvPr>
            <p:ph idx="14" type="pic"/>
          </p:nvPr>
        </p:nvSpPr>
        <p:spPr>
          <a:xfrm>
            <a:off x="2423725" y="3336138"/>
            <a:ext cx="2085600" cy="1353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69" name="Google Shape;169;p22"/>
          <p:cNvSpPr/>
          <p:nvPr>
            <p:ph idx="15" type="pic"/>
          </p:nvPr>
        </p:nvSpPr>
        <p:spPr>
          <a:xfrm>
            <a:off x="6802800" y="3336150"/>
            <a:ext cx="1984200" cy="1353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704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ubbles">
  <p:cSld name="BLANK_1_1_1_1_1_1_1_1_1_2_1_1">
    <p:bg>
      <p:bgPr>
        <a:solidFill>
          <a:schemeClr val="dk2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idx="1" type="subTitle"/>
          </p:nvPr>
        </p:nvSpPr>
        <p:spPr>
          <a:xfrm>
            <a:off x="3375" y="79510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2" name="Google Shape;172;p23"/>
          <p:cNvSpPr txBox="1"/>
          <p:nvPr>
            <p:ph idx="2" type="subTitle"/>
          </p:nvPr>
        </p:nvSpPr>
        <p:spPr>
          <a:xfrm>
            <a:off x="2967150" y="79510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3" type="subTitle"/>
          </p:nvPr>
        </p:nvSpPr>
        <p:spPr>
          <a:xfrm>
            <a:off x="5836575" y="79510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4" name="Google Shape;174;p23"/>
          <p:cNvSpPr txBox="1"/>
          <p:nvPr>
            <p:ph idx="4" type="subTitle"/>
          </p:nvPr>
        </p:nvSpPr>
        <p:spPr>
          <a:xfrm>
            <a:off x="3600" y="227365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5" name="Google Shape;175;p23"/>
          <p:cNvSpPr txBox="1"/>
          <p:nvPr>
            <p:ph idx="5" type="subTitle"/>
          </p:nvPr>
        </p:nvSpPr>
        <p:spPr>
          <a:xfrm>
            <a:off x="2967375" y="227365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6" name="Google Shape;176;p23"/>
          <p:cNvSpPr txBox="1"/>
          <p:nvPr>
            <p:ph idx="6" type="subTitle"/>
          </p:nvPr>
        </p:nvSpPr>
        <p:spPr>
          <a:xfrm>
            <a:off x="5836800" y="227365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7" name="Google Shape;177;p23"/>
          <p:cNvSpPr txBox="1"/>
          <p:nvPr>
            <p:ph idx="7" type="subTitle"/>
          </p:nvPr>
        </p:nvSpPr>
        <p:spPr>
          <a:xfrm>
            <a:off x="3600" y="376605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8" name="Google Shape;178;p23"/>
          <p:cNvSpPr txBox="1"/>
          <p:nvPr>
            <p:ph idx="8" type="subTitle"/>
          </p:nvPr>
        </p:nvSpPr>
        <p:spPr>
          <a:xfrm>
            <a:off x="2967375" y="376605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9" name="Google Shape;179;p23"/>
          <p:cNvSpPr txBox="1"/>
          <p:nvPr>
            <p:ph idx="9" type="subTitle"/>
          </p:nvPr>
        </p:nvSpPr>
        <p:spPr>
          <a:xfrm>
            <a:off x="5836800" y="376605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ALT 1">
  <p:cSld name="CUSTOM_3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82" name="Google Shape;182;p24"/>
          <p:cNvSpPr txBox="1"/>
          <p:nvPr>
            <p:ph idx="1" type="body"/>
          </p:nvPr>
        </p:nvSpPr>
        <p:spPr>
          <a:xfrm>
            <a:off x="4541200" y="3027628"/>
            <a:ext cx="2261700" cy="1292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3" name="Google Shape;183;p24"/>
          <p:cNvSpPr txBox="1"/>
          <p:nvPr>
            <p:ph idx="2" type="subTitle"/>
          </p:nvPr>
        </p:nvSpPr>
        <p:spPr>
          <a:xfrm>
            <a:off x="4461225" y="2399875"/>
            <a:ext cx="2199900" cy="51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84" name="Google Shape;184;p24"/>
          <p:cNvSpPr txBox="1"/>
          <p:nvPr>
            <p:ph idx="3" type="body"/>
          </p:nvPr>
        </p:nvSpPr>
        <p:spPr>
          <a:xfrm>
            <a:off x="529800" y="3788256"/>
            <a:ext cx="3230400" cy="8955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9pPr>
          </a:lstStyle>
          <a:p/>
        </p:txBody>
      </p:sp>
      <p:sp>
        <p:nvSpPr>
          <p:cNvPr id="185" name="Google Shape;185;p24"/>
          <p:cNvSpPr txBox="1"/>
          <p:nvPr>
            <p:ph idx="4" type="subTitle"/>
          </p:nvPr>
        </p:nvSpPr>
        <p:spPr>
          <a:xfrm>
            <a:off x="529800" y="3340283"/>
            <a:ext cx="3153000" cy="2901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86" name="Google Shape;186;p24"/>
          <p:cNvSpPr/>
          <p:nvPr>
            <p:ph idx="5" type="pic"/>
          </p:nvPr>
        </p:nvSpPr>
        <p:spPr>
          <a:xfrm>
            <a:off x="246888" y="1112076"/>
            <a:ext cx="3819900" cy="1802100"/>
          </a:xfrm>
          <a:prstGeom prst="roundRect">
            <a:avLst>
              <a:gd fmla="val 19372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87" name="Google Shape;187;p24"/>
          <p:cNvSpPr/>
          <p:nvPr>
            <p:ph idx="6" type="pic"/>
          </p:nvPr>
        </p:nvSpPr>
        <p:spPr>
          <a:xfrm>
            <a:off x="7184100" y="1112075"/>
            <a:ext cx="1731300" cy="3571800"/>
          </a:xfrm>
          <a:prstGeom prst="roundRect">
            <a:avLst>
              <a:gd fmla="val 18739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08">
          <p15:clr>
            <a:srgbClr val="E46962"/>
          </p15:clr>
        </p15:guide>
        <p15:guide id="2" pos="334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_1_1_1_1_1_1_1_1_1_1_1_1_1_1_1_1_1_1_2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 ALT 3">
  <p:cSld name="BLANK_1_1_1_1_1_1_1_1_1_1_1_1_1_1_1_1_1_1_1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92" name="Google Shape;192;p26"/>
          <p:cNvSpPr/>
          <p:nvPr>
            <p:ph idx="2" type="pic"/>
          </p:nvPr>
        </p:nvSpPr>
        <p:spPr>
          <a:xfrm>
            <a:off x="228700" y="1186575"/>
            <a:ext cx="1655100" cy="1659600"/>
          </a:xfrm>
          <a:prstGeom prst="teardrop">
            <a:avLst>
              <a:gd fmla="val 10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93" name="Google Shape;193;p26"/>
          <p:cNvSpPr/>
          <p:nvPr>
            <p:ph idx="3" type="pic"/>
          </p:nvPr>
        </p:nvSpPr>
        <p:spPr>
          <a:xfrm>
            <a:off x="228600" y="3022029"/>
            <a:ext cx="1655100" cy="1659600"/>
          </a:xfrm>
          <a:prstGeom prst="roundRect">
            <a:avLst>
              <a:gd fmla="val 12203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94" name="Google Shape;194;p26"/>
          <p:cNvSpPr/>
          <p:nvPr>
            <p:ph idx="4" type="pic"/>
          </p:nvPr>
        </p:nvSpPr>
        <p:spPr>
          <a:xfrm>
            <a:off x="2040400" y="1186575"/>
            <a:ext cx="1568400" cy="34950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95" name="Google Shape;195;p26"/>
          <p:cNvSpPr/>
          <p:nvPr>
            <p:ph idx="5" type="pic"/>
          </p:nvPr>
        </p:nvSpPr>
        <p:spPr>
          <a:xfrm>
            <a:off x="3759350" y="1186575"/>
            <a:ext cx="3437100" cy="3495000"/>
          </a:xfrm>
          <a:prstGeom prst="roundRect">
            <a:avLst>
              <a:gd fmla="val 12203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96" name="Google Shape;196;p26"/>
          <p:cNvSpPr/>
          <p:nvPr>
            <p:ph idx="6" type="pic"/>
          </p:nvPr>
        </p:nvSpPr>
        <p:spPr>
          <a:xfrm>
            <a:off x="7347000" y="1186575"/>
            <a:ext cx="1568400" cy="34950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ALT 2">
  <p:cSld name="CUSTOM_7_1_1_1_1_1_1_1_1_1_1_1_1_1_1_1_1_3_2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type="title"/>
          </p:nvPr>
        </p:nvSpPr>
        <p:spPr>
          <a:xfrm>
            <a:off x="137154" y="228600"/>
            <a:ext cx="3682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99" name="Google Shape;199;p27"/>
          <p:cNvSpPr txBox="1"/>
          <p:nvPr>
            <p:ph idx="1" type="body"/>
          </p:nvPr>
        </p:nvSpPr>
        <p:spPr>
          <a:xfrm>
            <a:off x="246925" y="2825125"/>
            <a:ext cx="3776100" cy="18585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200" name="Google Shape;200;p27"/>
          <p:cNvSpPr txBox="1"/>
          <p:nvPr>
            <p:ph idx="2" type="title"/>
          </p:nvPr>
        </p:nvSpPr>
        <p:spPr>
          <a:xfrm>
            <a:off x="246925" y="2400600"/>
            <a:ext cx="1356000" cy="3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01" name="Google Shape;201;p27"/>
          <p:cNvSpPr txBox="1"/>
          <p:nvPr>
            <p:ph idx="3" type="title"/>
          </p:nvPr>
        </p:nvSpPr>
        <p:spPr>
          <a:xfrm>
            <a:off x="1637425" y="2400600"/>
            <a:ext cx="1053900" cy="3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02" name="Google Shape;202;p27"/>
          <p:cNvSpPr/>
          <p:nvPr>
            <p:ph idx="4" type="pic"/>
          </p:nvPr>
        </p:nvSpPr>
        <p:spPr>
          <a:xfrm>
            <a:off x="4618950" y="457200"/>
            <a:ext cx="4296600" cy="4226400"/>
          </a:xfrm>
          <a:prstGeom prst="roundRect">
            <a:avLst>
              <a:gd fmla="val 12203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CUSTOM_7_1_1_1_1_1_1_1_1_1_1_1_1_1_1_1_1_3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type="title"/>
          </p:nvPr>
        </p:nvSpPr>
        <p:spPr>
          <a:xfrm>
            <a:off x="137154" y="228600"/>
            <a:ext cx="3682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1" type="body"/>
          </p:nvPr>
        </p:nvSpPr>
        <p:spPr>
          <a:xfrm>
            <a:off x="228600" y="2363125"/>
            <a:ext cx="3388200" cy="232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9pPr>
          </a:lstStyle>
          <a:p/>
        </p:txBody>
      </p:sp>
      <p:sp>
        <p:nvSpPr>
          <p:cNvPr id="206" name="Google Shape;206;p28"/>
          <p:cNvSpPr/>
          <p:nvPr>
            <p:ph idx="2" type="pic"/>
          </p:nvPr>
        </p:nvSpPr>
        <p:spPr>
          <a:xfrm rot="10800000">
            <a:off x="4290750" y="0"/>
            <a:ext cx="2304300" cy="3443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207" name="Google Shape;207;p28"/>
          <p:cNvSpPr/>
          <p:nvPr>
            <p:ph idx="3" type="pic"/>
          </p:nvPr>
        </p:nvSpPr>
        <p:spPr>
          <a:xfrm>
            <a:off x="6601200" y="0"/>
            <a:ext cx="2308200" cy="51435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ALT 1">
  <p:cSld name="CUSTOM_7_1_1_1_1_1_1_1_1_1_1_1_1_1_1_1_1_1_1">
    <p:bg>
      <p:bgPr>
        <a:solidFill>
          <a:schemeClr val="dk2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29"/>
          <p:cNvSpPr txBox="1"/>
          <p:nvPr>
            <p:ph type="title"/>
          </p:nvPr>
        </p:nvSpPr>
        <p:spPr>
          <a:xfrm>
            <a:off x="228600" y="251551"/>
            <a:ext cx="6665700" cy="26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8000"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9pPr>
          </a:lstStyle>
          <a:p/>
        </p:txBody>
      </p:sp>
      <p:sp>
        <p:nvSpPr>
          <p:cNvPr id="211" name="Google Shape;211;p29"/>
          <p:cNvSpPr/>
          <p:nvPr/>
        </p:nvSpPr>
        <p:spPr>
          <a:xfrm>
            <a:off x="7643450" y="394401"/>
            <a:ext cx="1253100" cy="316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212" name="Google Shape;212;p29"/>
          <p:cNvSpPr txBox="1"/>
          <p:nvPr>
            <p:ph idx="1" type="subTitle"/>
          </p:nvPr>
        </p:nvSpPr>
        <p:spPr>
          <a:xfrm>
            <a:off x="7730000" y="407600"/>
            <a:ext cx="1080000" cy="290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13" name="Google Shape;213;p29"/>
          <p:cNvSpPr txBox="1"/>
          <p:nvPr>
            <p:ph idx="3" type="subTitle"/>
          </p:nvPr>
        </p:nvSpPr>
        <p:spPr>
          <a:xfrm>
            <a:off x="-104075" y="4248500"/>
            <a:ext cx="1728000" cy="2901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14" name="Google Shape;214;p29"/>
          <p:cNvSpPr txBox="1"/>
          <p:nvPr>
            <p:ph idx="4" type="subTitle"/>
          </p:nvPr>
        </p:nvSpPr>
        <p:spPr>
          <a:xfrm>
            <a:off x="1381975" y="4248500"/>
            <a:ext cx="1728000" cy="2901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5" type="subTitle"/>
          </p:nvPr>
        </p:nvSpPr>
        <p:spPr>
          <a:xfrm>
            <a:off x="3081175" y="4248500"/>
            <a:ext cx="1728000" cy="2901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CUSTOM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0"/>
          <p:cNvSpPr/>
          <p:nvPr/>
        </p:nvSpPr>
        <p:spPr>
          <a:xfrm>
            <a:off x="262950" y="1852175"/>
            <a:ext cx="2311800" cy="2827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14300" marR="199571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218" name="Google Shape;218;p30"/>
          <p:cNvSpPr/>
          <p:nvPr/>
        </p:nvSpPr>
        <p:spPr>
          <a:xfrm>
            <a:off x="2663162" y="3512350"/>
            <a:ext cx="1600200" cy="11718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219" name="Google Shape;219;p30"/>
          <p:cNvSpPr txBox="1"/>
          <p:nvPr>
            <p:ph type="title"/>
          </p:nvPr>
        </p:nvSpPr>
        <p:spPr>
          <a:xfrm>
            <a:off x="143375" y="226075"/>
            <a:ext cx="6471000" cy="12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Afacad Flux"/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20" name="Google Shape;220;p30"/>
          <p:cNvSpPr/>
          <p:nvPr/>
        </p:nvSpPr>
        <p:spPr>
          <a:xfrm flipH="1">
            <a:off x="2663150" y="1852175"/>
            <a:ext cx="1600200" cy="1600200"/>
          </a:xfrm>
          <a:prstGeom prst="teardrop">
            <a:avLst>
              <a:gd fmla="val 10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221" name="Google Shape;221;p30"/>
          <p:cNvSpPr txBox="1"/>
          <p:nvPr>
            <p:ph idx="1" type="body"/>
          </p:nvPr>
        </p:nvSpPr>
        <p:spPr>
          <a:xfrm>
            <a:off x="262950" y="1852175"/>
            <a:ext cx="2311800" cy="2840400"/>
          </a:xfrm>
          <a:prstGeom prst="rect">
            <a:avLst/>
          </a:prstGeom>
        </p:spPr>
        <p:txBody>
          <a:bodyPr anchorCtr="0" anchor="t" bIns="274300" lIns="182875" spcFirstLastPara="1" rIns="182875" wrap="square" tIns="36575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9pPr>
          </a:lstStyle>
          <a:p/>
        </p:txBody>
      </p:sp>
      <p:sp>
        <p:nvSpPr>
          <p:cNvPr id="222" name="Google Shape;222;p30"/>
          <p:cNvSpPr/>
          <p:nvPr>
            <p:ph idx="2" type="pic"/>
          </p:nvPr>
        </p:nvSpPr>
        <p:spPr>
          <a:xfrm>
            <a:off x="4424075" y="1895400"/>
            <a:ext cx="4491600" cy="2788200"/>
          </a:xfrm>
          <a:prstGeom prst="roundRect">
            <a:avLst>
              <a:gd fmla="val 15847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vorite tools">
  <p:cSld name="CUSTOM_4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/>
          <p:nvPr>
            <p:ph type="title"/>
          </p:nvPr>
        </p:nvSpPr>
        <p:spPr>
          <a:xfrm>
            <a:off x="137153" y="228600"/>
            <a:ext cx="4387800" cy="15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25" name="Google Shape;225;p31"/>
          <p:cNvSpPr txBox="1"/>
          <p:nvPr>
            <p:ph idx="1" type="body"/>
          </p:nvPr>
        </p:nvSpPr>
        <p:spPr>
          <a:xfrm>
            <a:off x="481825" y="3510500"/>
            <a:ext cx="1652700" cy="895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226" name="Google Shape;226;p31"/>
          <p:cNvSpPr txBox="1"/>
          <p:nvPr>
            <p:ph idx="2" type="subTitle"/>
          </p:nvPr>
        </p:nvSpPr>
        <p:spPr>
          <a:xfrm>
            <a:off x="481825" y="2968125"/>
            <a:ext cx="1652700" cy="4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27" name="Google Shape;227;p31"/>
          <p:cNvSpPr txBox="1"/>
          <p:nvPr>
            <p:ph idx="3" type="body"/>
          </p:nvPr>
        </p:nvSpPr>
        <p:spPr>
          <a:xfrm>
            <a:off x="4872175" y="1334475"/>
            <a:ext cx="1652700" cy="895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228" name="Google Shape;228;p31"/>
          <p:cNvSpPr txBox="1"/>
          <p:nvPr>
            <p:ph idx="4" type="subTitle"/>
          </p:nvPr>
        </p:nvSpPr>
        <p:spPr>
          <a:xfrm>
            <a:off x="4872175" y="792100"/>
            <a:ext cx="1652700" cy="4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29" name="Google Shape;229;p31"/>
          <p:cNvSpPr txBox="1"/>
          <p:nvPr>
            <p:ph idx="5" type="body"/>
          </p:nvPr>
        </p:nvSpPr>
        <p:spPr>
          <a:xfrm>
            <a:off x="7067425" y="3510500"/>
            <a:ext cx="1652700" cy="895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230" name="Google Shape;230;p31"/>
          <p:cNvSpPr txBox="1"/>
          <p:nvPr>
            <p:ph idx="6" type="subTitle"/>
          </p:nvPr>
        </p:nvSpPr>
        <p:spPr>
          <a:xfrm>
            <a:off x="7067425" y="2968125"/>
            <a:ext cx="1652700" cy="4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31" name="Google Shape;231;p31"/>
          <p:cNvSpPr/>
          <p:nvPr>
            <p:ph idx="7" type="pic"/>
          </p:nvPr>
        </p:nvSpPr>
        <p:spPr>
          <a:xfrm>
            <a:off x="6806650" y="457200"/>
            <a:ext cx="2093700" cy="2059200"/>
          </a:xfrm>
          <a:prstGeom prst="teardrop">
            <a:avLst>
              <a:gd fmla="val 10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232" name="Google Shape;232;p31"/>
          <p:cNvSpPr/>
          <p:nvPr>
            <p:ph idx="8" type="pic"/>
          </p:nvPr>
        </p:nvSpPr>
        <p:spPr>
          <a:xfrm flipH="1">
            <a:off x="2424900" y="2628875"/>
            <a:ext cx="2093700" cy="2059200"/>
          </a:xfrm>
          <a:prstGeom prst="teardrop">
            <a:avLst>
              <a:gd fmla="val 100000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n fact">
  <p:cSld name="CUSTOM_5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/>
          <p:nvPr>
            <p:ph idx="2" type="pic"/>
          </p:nvPr>
        </p:nvSpPr>
        <p:spPr>
          <a:xfrm>
            <a:off x="3163800" y="3246950"/>
            <a:ext cx="2816400" cy="14367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235" name="Google Shape;235;p32"/>
          <p:cNvSpPr txBox="1"/>
          <p:nvPr>
            <p:ph type="title"/>
          </p:nvPr>
        </p:nvSpPr>
        <p:spPr>
          <a:xfrm>
            <a:off x="137150" y="228600"/>
            <a:ext cx="5852100" cy="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36" name="Google Shape;236;p32"/>
          <p:cNvSpPr txBox="1"/>
          <p:nvPr>
            <p:ph idx="1" type="body"/>
          </p:nvPr>
        </p:nvSpPr>
        <p:spPr>
          <a:xfrm>
            <a:off x="549475" y="3350701"/>
            <a:ext cx="2211300" cy="12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237" name="Google Shape;237;p32"/>
          <p:cNvSpPr txBox="1"/>
          <p:nvPr>
            <p:ph idx="3" type="body"/>
          </p:nvPr>
        </p:nvSpPr>
        <p:spPr>
          <a:xfrm>
            <a:off x="3466350" y="1734051"/>
            <a:ext cx="2211300" cy="12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32"/>
          <p:cNvSpPr txBox="1"/>
          <p:nvPr>
            <p:ph idx="4" type="body"/>
          </p:nvPr>
        </p:nvSpPr>
        <p:spPr>
          <a:xfrm>
            <a:off x="6383225" y="3350701"/>
            <a:ext cx="2211300" cy="12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239" name="Google Shape;239;p32"/>
          <p:cNvSpPr txBox="1"/>
          <p:nvPr>
            <p:ph idx="5" type="subTitle"/>
          </p:nvPr>
        </p:nvSpPr>
        <p:spPr>
          <a:xfrm>
            <a:off x="555175" y="2986800"/>
            <a:ext cx="2211300" cy="25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40" name="Google Shape;240;p32"/>
          <p:cNvSpPr txBox="1"/>
          <p:nvPr>
            <p:ph idx="6" type="subTitle"/>
          </p:nvPr>
        </p:nvSpPr>
        <p:spPr>
          <a:xfrm>
            <a:off x="3473338" y="1372065"/>
            <a:ext cx="2211300" cy="25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41" name="Google Shape;241;p32"/>
          <p:cNvSpPr txBox="1"/>
          <p:nvPr>
            <p:ph idx="7" type="subTitle"/>
          </p:nvPr>
        </p:nvSpPr>
        <p:spPr>
          <a:xfrm>
            <a:off x="6391513" y="2989840"/>
            <a:ext cx="2211300" cy="25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42" name="Google Shape;242;p32"/>
          <p:cNvSpPr/>
          <p:nvPr>
            <p:ph idx="8" type="pic"/>
          </p:nvPr>
        </p:nvSpPr>
        <p:spPr>
          <a:xfrm>
            <a:off x="228600" y="1111975"/>
            <a:ext cx="2816400" cy="14928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243" name="Google Shape;243;p32"/>
          <p:cNvSpPr/>
          <p:nvPr>
            <p:ph idx="9" type="pic"/>
          </p:nvPr>
        </p:nvSpPr>
        <p:spPr>
          <a:xfrm>
            <a:off x="6099000" y="1111975"/>
            <a:ext cx="2816400" cy="14928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">
    <p:bg>
      <p:bgPr>
        <a:solidFill>
          <a:schemeClr val="accent5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"/>
          <p:cNvSpPr/>
          <p:nvPr/>
        </p:nvSpPr>
        <p:spPr>
          <a:xfrm flipH="1" rot="10800000">
            <a:off x="225325" y="225450"/>
            <a:ext cx="6483000" cy="3256800"/>
          </a:xfrm>
          <a:prstGeom prst="round1Rect">
            <a:avLst>
              <a:gd fmla="val 1638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246" name="Google Shape;246;p33"/>
          <p:cNvSpPr/>
          <p:nvPr/>
        </p:nvSpPr>
        <p:spPr>
          <a:xfrm flipH="1">
            <a:off x="5600700" y="3575950"/>
            <a:ext cx="1108200" cy="11082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247" name="Google Shape;247;p33"/>
          <p:cNvSpPr/>
          <p:nvPr/>
        </p:nvSpPr>
        <p:spPr>
          <a:xfrm>
            <a:off x="6802800" y="228600"/>
            <a:ext cx="2112600" cy="4455600"/>
          </a:xfrm>
          <a:prstGeom prst="roundRect">
            <a:avLst>
              <a:gd fmla="val 3286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248" name="Google Shape;248;p33"/>
          <p:cNvSpPr txBox="1"/>
          <p:nvPr>
            <p:ph type="title"/>
          </p:nvPr>
        </p:nvSpPr>
        <p:spPr>
          <a:xfrm>
            <a:off x="462225" y="493150"/>
            <a:ext cx="5944800" cy="15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9" name="Google Shape;249;p33"/>
          <p:cNvSpPr txBox="1"/>
          <p:nvPr>
            <p:ph idx="1" type="subTitle"/>
          </p:nvPr>
        </p:nvSpPr>
        <p:spPr>
          <a:xfrm>
            <a:off x="467375" y="2472638"/>
            <a:ext cx="5557200" cy="668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"/>
              <a:buNone/>
              <a:defRPr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CUSTOM_2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untain range reflected on a river. " id="251" name="Google Shape;251;p34"/>
          <p:cNvPicPr preferRelativeResize="0"/>
          <p:nvPr/>
        </p:nvPicPr>
        <p:blipFill rotWithShape="1">
          <a:blip r:embed="rId2">
            <a:alphaModFix/>
          </a:blip>
          <a:srcRect b="0" l="258" r="258" t="0"/>
          <a:stretch/>
        </p:blipFill>
        <p:spPr>
          <a:xfrm>
            <a:off x="1327205" y="0"/>
            <a:ext cx="7802880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2" name="Google Shape;252;p34"/>
          <p:cNvGrpSpPr/>
          <p:nvPr/>
        </p:nvGrpSpPr>
        <p:grpSpPr>
          <a:xfrm>
            <a:off x="-13905" y="-1783804"/>
            <a:ext cx="10953439" cy="6927293"/>
            <a:chOff x="0" y="-1705500"/>
            <a:chExt cx="10871900" cy="6852600"/>
          </a:xfrm>
        </p:grpSpPr>
        <p:sp>
          <p:nvSpPr>
            <p:cNvPr id="253" name="Google Shape;253;p34"/>
            <p:cNvSpPr/>
            <p:nvPr/>
          </p:nvSpPr>
          <p:spPr>
            <a:xfrm>
              <a:off x="0" y="0"/>
              <a:ext cx="57429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254" name="Google Shape;254;p34"/>
            <p:cNvSpPr/>
            <p:nvPr/>
          </p:nvSpPr>
          <p:spPr>
            <a:xfrm rot="5400000">
              <a:off x="7437975" y="-1705200"/>
              <a:ext cx="3410700" cy="3410100"/>
            </a:xfrm>
            <a:prstGeom prst="pie">
              <a:avLst>
                <a:gd fmla="val 21598135" name="adj1"/>
                <a:gd fmla="val 5402975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255" name="Google Shape;255;p34"/>
            <p:cNvSpPr/>
            <p:nvPr/>
          </p:nvSpPr>
          <p:spPr>
            <a:xfrm rot="5400000">
              <a:off x="7430300" y="1705500"/>
              <a:ext cx="3441900" cy="3441300"/>
            </a:xfrm>
            <a:prstGeom prst="pie">
              <a:avLst>
                <a:gd fmla="val 0" name="adj1"/>
                <a:gd fmla="val 10786701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256" name="Google Shape;256;p34"/>
            <p:cNvSpPr/>
            <p:nvPr/>
          </p:nvSpPr>
          <p:spPr>
            <a:xfrm flipH="1" rot="-5400000">
              <a:off x="4020200" y="-1705200"/>
              <a:ext cx="3410700" cy="3410100"/>
            </a:xfrm>
            <a:prstGeom prst="pie">
              <a:avLst>
                <a:gd fmla="val 21598135" name="adj1"/>
                <a:gd fmla="val 5402975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257" name="Google Shape;257;p34"/>
            <p:cNvSpPr/>
            <p:nvPr/>
          </p:nvSpPr>
          <p:spPr>
            <a:xfrm flipH="1" rot="-5400000">
              <a:off x="3996675" y="1705500"/>
              <a:ext cx="3441900" cy="3441300"/>
            </a:xfrm>
            <a:prstGeom prst="pie">
              <a:avLst>
                <a:gd fmla="val 0" name="adj1"/>
                <a:gd fmla="val 10786701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</p:grpSp>
      <p:sp>
        <p:nvSpPr>
          <p:cNvPr id="258" name="Google Shape;258;p34"/>
          <p:cNvSpPr txBox="1"/>
          <p:nvPr>
            <p:ph type="title"/>
          </p:nvPr>
        </p:nvSpPr>
        <p:spPr>
          <a:xfrm>
            <a:off x="228600" y="251551"/>
            <a:ext cx="6665700" cy="26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8000"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1" name="Google Shape;261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0" name="Google Shape;270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5" name="Google Shape;275;p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80" name="Google Shape;280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1" name="Google Shape;281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6" name="Google Shape;286;p4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4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4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4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4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4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5" name="Google Shape;295;p4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4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9" name="Google Shape;299;p4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2" name="Google Shape;302;p4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3" name="Google Shape;303;p4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4" name="Google Shape;304;p4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5" name="Google Shape;305;p4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8" name="Google Shape;308;p4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9" name="Google Shape;309;p4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0" name="Google Shape;310;p4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2" name="Google Shape;312;p4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3" name="Google Shape;313;p4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5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5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8" name="Google Shape;318;p5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9" name="Google Shape;319;p5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0" name="Google Shape;320;p5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5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2" name="Google Shape;322;p5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3" name="Google Shape;323;p5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5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9" name="Google Shape;329;p5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5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5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2" name="Google Shape;33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5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34" name="Google Shape;334;p5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7" name="Google Shape;337;p5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8" name="Google Shape;338;p5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5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5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5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2" name="Google Shape;34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5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44" name="Google Shape;344;p5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45" name="Google Shape;345;p5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32.xml"/><Relationship Id="rId41" Type="http://schemas.openxmlformats.org/officeDocument/2006/relationships/theme" Target="../theme/theme2.xml"/><Relationship Id="rId22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39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29" Type="http://schemas.openxmlformats.org/officeDocument/2006/relationships/slideLayout" Target="../slideLayouts/slideLayout41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31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23.xml"/><Relationship Id="rId33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25.xml"/><Relationship Id="rId35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24.xml"/><Relationship Id="rId34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27.xml"/><Relationship Id="rId37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26.xml"/><Relationship Id="rId36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28.xml"/><Relationship Id="rId38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228600" y="1801500"/>
            <a:ext cx="5760600" cy="31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92" name="Google Shape;92;p14"/>
          <p:cNvSpPr txBox="1"/>
          <p:nvPr/>
        </p:nvSpPr>
        <p:spPr>
          <a:xfrm>
            <a:off x="8434809" y="46307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rPr>
              <a:t>‹#›</a:t>
            </a:fld>
            <a:endParaRPr sz="7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93" name="Google Shape;93;p14"/>
          <p:cNvSpPr txBox="1"/>
          <p:nvPr>
            <p:ph type="title"/>
          </p:nvPr>
        </p:nvSpPr>
        <p:spPr>
          <a:xfrm>
            <a:off x="295550" y="457200"/>
            <a:ext cx="48594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facad Flux"/>
              <a:buNone/>
              <a:defRPr b="1" sz="30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14"/>
          <p:cNvSpPr txBox="1"/>
          <p:nvPr>
            <p:ph idx="2" type="body"/>
          </p:nvPr>
        </p:nvSpPr>
        <p:spPr>
          <a:xfrm>
            <a:off x="3785175" y="1949425"/>
            <a:ext cx="4057800" cy="20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Styles &amp; Trade-Offs</a:t>
            </a:r>
            <a:endParaRPr/>
          </a:p>
        </p:txBody>
      </p:sp>
      <p:sp>
        <p:nvSpPr>
          <p:cNvPr id="362" name="Google Shape;362;p55"/>
          <p:cNvSpPr txBox="1"/>
          <p:nvPr>
            <p:ph idx="1" type="subTitle"/>
          </p:nvPr>
        </p:nvSpPr>
        <p:spPr>
          <a:xfrm>
            <a:off x="729625" y="3172900"/>
            <a:ext cx="79530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From </a:t>
            </a:r>
            <a:r>
              <a:rPr b="1" lang="en" sz="3000"/>
              <a:t>Best Architecture</a:t>
            </a:r>
            <a:r>
              <a:rPr lang="en" sz="3000"/>
              <a:t> to </a:t>
            </a:r>
            <a:r>
              <a:rPr b="1" lang="en" sz="3000"/>
              <a:t>Right Architecture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6"/>
          <p:cNvSpPr txBox="1"/>
          <p:nvPr>
            <p:ph type="title"/>
          </p:nvPr>
        </p:nvSpPr>
        <p:spPr>
          <a:xfrm>
            <a:off x="228600" y="1510025"/>
            <a:ext cx="8333100" cy="32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Misconceptions:</a:t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“Microservices are modern → we must use them”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“Clean Architecture everywhere”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Architecture chosen before understanding the problem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Reality</a:t>
            </a: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:</a:t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Architectures exist to manage </a:t>
            </a:r>
            <a:r>
              <a:rPr b="1" lang="en" sz="2000">
                <a:latin typeface="DM Sans"/>
                <a:ea typeface="DM Sans"/>
                <a:cs typeface="DM Sans"/>
                <a:sym typeface="DM Sans"/>
              </a:rPr>
              <a:t>constraints</a:t>
            </a: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, not to look elegant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Every architecture optimizes </a:t>
            </a:r>
            <a:r>
              <a:rPr i="1" lang="en" sz="2000">
                <a:latin typeface="DM Sans"/>
                <a:ea typeface="DM Sans"/>
                <a:cs typeface="DM Sans"/>
                <a:sym typeface="DM Sans"/>
              </a:rPr>
              <a:t>something</a:t>
            </a: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 and sacrifices </a:t>
            </a:r>
            <a:r>
              <a:rPr i="1" lang="en" sz="2000">
                <a:latin typeface="DM Sans"/>
                <a:ea typeface="DM Sans"/>
                <a:cs typeface="DM Sans"/>
                <a:sym typeface="DM Sans"/>
              </a:rPr>
              <a:t>something else</a:t>
            </a:r>
            <a:endParaRPr sz="27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8" name="Google Shape;368;p56"/>
          <p:cNvSpPr txBox="1"/>
          <p:nvPr/>
        </p:nvSpPr>
        <p:spPr>
          <a:xfrm>
            <a:off x="338175" y="298850"/>
            <a:ext cx="8541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Software Architecture</a:t>
            </a:r>
            <a:endParaRPr b="1" sz="5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7"/>
          <p:cNvSpPr txBox="1"/>
          <p:nvPr>
            <p:ph type="title"/>
          </p:nvPr>
        </p:nvSpPr>
        <p:spPr>
          <a:xfrm>
            <a:off x="228600" y="1510025"/>
            <a:ext cx="8333100" cy="32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Nature:</a:t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Single deployable unit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Shared codebase, shared database</a:t>
            </a:r>
            <a:endParaRPr b="1" sz="2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Strengths:</a:t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Simple to understand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Easy to test end-to-end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Fast development early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Minimal operational overhead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4" name="Google Shape;374;p57"/>
          <p:cNvSpPr txBox="1"/>
          <p:nvPr/>
        </p:nvSpPr>
        <p:spPr>
          <a:xfrm>
            <a:off x="338175" y="298850"/>
            <a:ext cx="8541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Monolithic Architecture</a:t>
            </a:r>
            <a:endParaRPr b="1" sz="5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8"/>
          <p:cNvSpPr txBox="1"/>
          <p:nvPr>
            <p:ph type="title"/>
          </p:nvPr>
        </p:nvSpPr>
        <p:spPr>
          <a:xfrm>
            <a:off x="228600" y="959500"/>
            <a:ext cx="8333100" cy="41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Costs</a:t>
            </a: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:</a:t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Tight coupling grows over time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Vertical </a:t>
            </a: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Scaling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Deployment risk increases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Suitable for</a:t>
            </a: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:</a:t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Early-stage products (or MVP)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Small teams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Low operational maturity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Need fast feedback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Note: A well-structured monolith is not a failure.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0" name="Google Shape;380;p58"/>
          <p:cNvSpPr txBox="1"/>
          <p:nvPr/>
        </p:nvSpPr>
        <p:spPr>
          <a:xfrm>
            <a:off x="338175" y="47180"/>
            <a:ext cx="8541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Monolithic Architecture … </a:t>
            </a:r>
            <a:endParaRPr b="1" sz="5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9"/>
          <p:cNvSpPr txBox="1"/>
          <p:nvPr>
            <p:ph type="title"/>
          </p:nvPr>
        </p:nvSpPr>
        <p:spPr>
          <a:xfrm>
            <a:off x="228600" y="959500"/>
            <a:ext cx="8333100" cy="41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Structure</a:t>
            </a: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:</a:t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Presentation/ Controller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Application / Service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Domain / Core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Infrastructure / Data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What It Optimizes</a:t>
            </a: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:</a:t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Separation of concerns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Team onboarding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Testability (to a degree)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Establishes</a:t>
            </a: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 a </a:t>
            </a: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convention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6" name="Google Shape;386;p59"/>
          <p:cNvSpPr txBox="1"/>
          <p:nvPr/>
        </p:nvSpPr>
        <p:spPr>
          <a:xfrm>
            <a:off x="338175" y="47180"/>
            <a:ext cx="8541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Layered Architecture</a:t>
            </a:r>
            <a:endParaRPr b="1" sz="5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0"/>
          <p:cNvSpPr txBox="1"/>
          <p:nvPr>
            <p:ph type="title"/>
          </p:nvPr>
        </p:nvSpPr>
        <p:spPr>
          <a:xfrm>
            <a:off x="228600" y="959500"/>
            <a:ext cx="8333100" cy="41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Core Idea</a:t>
            </a: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:</a:t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Domain at the center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Dependencies point inward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Benefits</a:t>
            </a: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:</a:t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Domain independence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Infrastructure replaceable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Improved testability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2" name="Google Shape;392;p60"/>
          <p:cNvSpPr txBox="1"/>
          <p:nvPr/>
        </p:nvSpPr>
        <p:spPr>
          <a:xfrm>
            <a:off x="338175" y="47180"/>
            <a:ext cx="8541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Onion Architecture</a:t>
            </a:r>
            <a:endParaRPr b="1" sz="5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1"/>
          <p:cNvSpPr txBox="1"/>
          <p:nvPr/>
        </p:nvSpPr>
        <p:spPr>
          <a:xfrm>
            <a:off x="338175" y="47180"/>
            <a:ext cx="8541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Onion Architecture … …</a:t>
            </a:r>
            <a:endParaRPr b="1" sz="5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98" name="Google Shape;398;p61" title="onion arc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4725" y="1114555"/>
            <a:ext cx="3837220" cy="3837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2"/>
          <p:cNvSpPr txBox="1"/>
          <p:nvPr>
            <p:ph type="title"/>
          </p:nvPr>
        </p:nvSpPr>
        <p:spPr>
          <a:xfrm>
            <a:off x="228600" y="959500"/>
            <a:ext cx="8333100" cy="41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Key Concept</a:t>
            </a: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:</a:t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Application core is isolated from external systems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Ports</a:t>
            </a: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:</a:t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Interfaces the core defines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Adapters</a:t>
            </a: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:</a:t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Implementations (DB, REST, MQ)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Best for:</a:t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systems with many diverse external integrations (APIs, message queues, multiple DB types) where flexibility at the edges is the priority.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404" name="Google Shape;404;p62"/>
          <p:cNvSpPr txBox="1"/>
          <p:nvPr/>
        </p:nvSpPr>
        <p:spPr>
          <a:xfrm>
            <a:off x="338175" y="47180"/>
            <a:ext cx="8541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Hexagonal</a:t>
            </a:r>
            <a:r>
              <a:rPr b="1" lang="en" sz="31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Architecture (Ports &amp; Adapters)</a:t>
            </a:r>
            <a:endParaRPr b="1" sz="31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3"/>
          <p:cNvSpPr txBox="1"/>
          <p:nvPr/>
        </p:nvSpPr>
        <p:spPr>
          <a:xfrm>
            <a:off x="338175" y="47180"/>
            <a:ext cx="8541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Hexagonal Architecture… … </a:t>
            </a:r>
            <a:endParaRPr b="1" sz="5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10" name="Google Shape;410;p63" title="hex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1450" y="1114550"/>
            <a:ext cx="6643902" cy="3837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4"/>
          <p:cNvSpPr txBox="1"/>
          <p:nvPr>
            <p:ph type="title"/>
          </p:nvPr>
        </p:nvSpPr>
        <p:spPr>
          <a:xfrm>
            <a:off x="228600" y="959500"/>
            <a:ext cx="8333100" cy="41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Definition:</a:t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Having different Services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Each service solves a specific part of business not a technical domain like micro-service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Communicate over the network call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Shared database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Example: Account Service, Loan Service etc.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Benefits:</a:t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Centralized security &amp; policy enforcement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Works well in regulated environments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Centralized control and governance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6" name="Google Shape;416;p64"/>
          <p:cNvSpPr txBox="1"/>
          <p:nvPr/>
        </p:nvSpPr>
        <p:spPr>
          <a:xfrm>
            <a:off x="338175" y="47180"/>
            <a:ext cx="8541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Service Oriented</a:t>
            </a:r>
            <a:r>
              <a:rPr b="1" lang="en" sz="31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Architecture (SOA)</a:t>
            </a:r>
            <a:endParaRPr b="1" sz="31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5"/>
          <p:cNvSpPr txBox="1"/>
          <p:nvPr>
            <p:ph type="title"/>
          </p:nvPr>
        </p:nvSpPr>
        <p:spPr>
          <a:xfrm>
            <a:off x="228600" y="959500"/>
            <a:ext cx="8333100" cy="41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Definition</a:t>
            </a: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:</a:t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Independently deployable services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Aligned to business capabilities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Bounded responsibilities for each service(micro)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Benefits</a:t>
            </a: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:</a:t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Independent scaling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Fault isolation (in theory)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Easier</a:t>
            </a: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 to test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2" name="Google Shape;422;p65"/>
          <p:cNvSpPr txBox="1"/>
          <p:nvPr/>
        </p:nvSpPr>
        <p:spPr>
          <a:xfrm>
            <a:off x="338175" y="47180"/>
            <a:ext cx="8541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Microservices Architecture</a:t>
            </a:r>
            <a:endParaRPr b="1" sz="31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6"/>
          <p:cNvSpPr txBox="1"/>
          <p:nvPr>
            <p:ph type="title"/>
          </p:nvPr>
        </p:nvSpPr>
        <p:spPr>
          <a:xfrm>
            <a:off x="228600" y="959500"/>
            <a:ext cx="8333100" cy="41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They require</a:t>
            </a: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:</a:t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Strong DevOps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Mature monitoring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Domain-driven boundaries (</a:t>
            </a:r>
            <a:r>
              <a:rPr b="1" lang="en" sz="2000">
                <a:latin typeface="DM Sans"/>
                <a:ea typeface="DM Sans"/>
                <a:cs typeface="DM Sans"/>
                <a:sym typeface="DM Sans"/>
              </a:rPr>
              <a:t>will cover it in later session</a:t>
            </a: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)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When</a:t>
            </a: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 NOT to Use </a:t>
            </a: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Microservices</a:t>
            </a: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:</a:t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Small team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No DevOps automation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Unclear domain boundaries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Low traffic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Limited observability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Lack of standard practices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8" name="Google Shape;428;p66"/>
          <p:cNvSpPr txBox="1"/>
          <p:nvPr/>
        </p:nvSpPr>
        <p:spPr>
          <a:xfrm>
            <a:off x="338175" y="47180"/>
            <a:ext cx="8541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Microservices Reality Check</a:t>
            </a:r>
            <a:endParaRPr b="1" sz="31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7"/>
          <p:cNvSpPr txBox="1"/>
          <p:nvPr>
            <p:ph type="title"/>
          </p:nvPr>
        </p:nvSpPr>
        <p:spPr>
          <a:xfrm>
            <a:off x="228600" y="959500"/>
            <a:ext cx="8333100" cy="41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Core Idea</a:t>
            </a: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:</a:t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Systems react to events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Service level loose coupling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Own data with independency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No network call but message bus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Eventual </a:t>
            </a: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consistency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Cons</a:t>
            </a: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:</a:t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Debugging high complexity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Event versioning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Eventual consistency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4" name="Google Shape;434;p67"/>
          <p:cNvSpPr txBox="1"/>
          <p:nvPr/>
        </p:nvSpPr>
        <p:spPr>
          <a:xfrm>
            <a:off x="338175" y="47180"/>
            <a:ext cx="8541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Event-Driven</a:t>
            </a:r>
            <a:r>
              <a:rPr b="1" lang="en" sz="31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Architecture</a:t>
            </a:r>
            <a:endParaRPr b="1" sz="31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8"/>
          <p:cNvSpPr txBox="1"/>
          <p:nvPr>
            <p:ph type="title"/>
          </p:nvPr>
        </p:nvSpPr>
        <p:spPr>
          <a:xfrm>
            <a:off x="228600" y="959500"/>
            <a:ext cx="8333100" cy="41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There is no “best” architecture.</a:t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DM Sans"/>
                <a:ea typeface="DM Sans"/>
                <a:cs typeface="DM Sans"/>
                <a:sym typeface="DM Sans"/>
              </a:rPr>
              <a:t>There is:</a:t>
            </a:r>
            <a:endParaRPr b="1" sz="2300"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Best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for requirements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Best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available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 resources (human, server, budget)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Best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for failure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management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 etc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 Note: </a:t>
            </a:r>
            <a:r>
              <a:rPr lang="en" sz="2000">
                <a:latin typeface="DM Sans Medium"/>
                <a:ea typeface="DM Sans Medium"/>
                <a:cs typeface="DM Sans Medium"/>
                <a:sym typeface="DM Sans Medium"/>
              </a:rPr>
              <a:t>Architecture should evolve, not be married upfront.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440" name="Google Shape;440;p68"/>
          <p:cNvSpPr txBox="1"/>
          <p:nvPr/>
        </p:nvSpPr>
        <p:spPr>
          <a:xfrm>
            <a:off x="338175" y="47180"/>
            <a:ext cx="8541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Architecture as a Series of Trade-Offs</a:t>
            </a:r>
            <a:endParaRPr b="1" sz="31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9"/>
          <p:cNvSpPr txBox="1"/>
          <p:nvPr>
            <p:ph type="title"/>
          </p:nvPr>
        </p:nvSpPr>
        <p:spPr>
          <a:xfrm>
            <a:off x="462225" y="1161648"/>
            <a:ext cx="5944800" cy="11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0"/>
              <a:t>Thank you!</a:t>
            </a:r>
            <a:endParaRPr sz="10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ayroom">
  <a:themeElements>
    <a:clrScheme name="Simple Light">
      <a:dk1>
        <a:srgbClr val="EEEEEE"/>
      </a:dk1>
      <a:lt1>
        <a:srgbClr val="000000"/>
      </a:lt1>
      <a:dk2>
        <a:srgbClr val="FFFFFA"/>
      </a:dk2>
      <a:lt2>
        <a:srgbClr val="BC84EE"/>
      </a:lt2>
      <a:accent1>
        <a:srgbClr val="C9F65B"/>
      </a:accent1>
      <a:accent2>
        <a:srgbClr val="FF823A"/>
      </a:accent2>
      <a:accent3>
        <a:srgbClr val="E8D1FF"/>
      </a:accent3>
      <a:accent4>
        <a:srgbClr val="5A6E28"/>
      </a:accent4>
      <a:accent5>
        <a:srgbClr val="DCFD8B"/>
      </a:accent5>
      <a:accent6>
        <a:srgbClr val="FDD5BD"/>
      </a:accent6>
      <a:hlink>
        <a:srgbClr val="68359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